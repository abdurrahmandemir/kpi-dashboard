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50" r:id="rId2"/>
    <p:sldMasterId id="2147483651" r:id="rId3"/>
  </p:sldMasterIdLst>
  <p:notesMasterIdLst>
    <p:notesMasterId r:id="rId5"/>
  </p:notesMasterIdLst>
  <p:handoutMasterIdLst>
    <p:handoutMasterId r:id="rId6"/>
  </p:handoutMasterIdLst>
  <p:sldIdLst>
    <p:sldId id="256" r:id="rId4"/>
  </p:sldIdLst>
  <p:sldSz cx="21386800" cy="30279975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 Narrow" panose="020B0604020202020204" pitchFamily="34" charset="0"/>
        <a:ea typeface="ＭＳ Ｐゴシック" panose="020B0600070205080204" pitchFamily="34" charset="-128"/>
        <a:cs typeface="+mn-cs"/>
      </a:defRPr>
    </a:lvl1pPr>
    <a:lvl2pPr marL="320675" indent="133350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 Narrow" panose="020B0604020202020204" pitchFamily="34" charset="0"/>
        <a:ea typeface="ＭＳ Ｐゴシック" panose="020B0600070205080204" pitchFamily="34" charset="-128"/>
        <a:cs typeface="+mn-cs"/>
      </a:defRPr>
    </a:lvl2pPr>
    <a:lvl3pPr marL="644525" indent="266700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 Narrow" panose="020B0604020202020204" pitchFamily="34" charset="0"/>
        <a:ea typeface="ＭＳ Ｐゴシック" panose="020B0600070205080204" pitchFamily="34" charset="-128"/>
        <a:cs typeface="+mn-cs"/>
      </a:defRPr>
    </a:lvl3pPr>
    <a:lvl4pPr marL="966788" indent="401638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 Narrow" panose="020B0604020202020204" pitchFamily="34" charset="0"/>
        <a:ea typeface="ＭＳ Ｐゴシック" panose="020B0600070205080204" pitchFamily="34" charset="-128"/>
        <a:cs typeface="+mn-cs"/>
      </a:defRPr>
    </a:lvl4pPr>
    <a:lvl5pPr marL="1290638" indent="534988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 Narrow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700" kern="1200">
        <a:solidFill>
          <a:schemeClr val="tx1"/>
        </a:solidFill>
        <a:latin typeface="Arial Narrow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700" kern="1200">
        <a:solidFill>
          <a:schemeClr val="tx1"/>
        </a:solidFill>
        <a:latin typeface="Arial Narrow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700" kern="1200">
        <a:solidFill>
          <a:schemeClr val="tx1"/>
        </a:solidFill>
        <a:latin typeface="Arial Narrow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700" kern="1200">
        <a:solidFill>
          <a:schemeClr val="tx1"/>
        </a:solidFill>
        <a:latin typeface="Arial Narrow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58">
          <p15:clr>
            <a:srgbClr val="A4A3A4"/>
          </p15:clr>
        </p15:guide>
        <p15:guide id="2" orient="horz" pos="17210">
          <p15:clr>
            <a:srgbClr val="A4A3A4"/>
          </p15:clr>
        </p15:guide>
        <p15:guide id="3" pos="-932">
          <p15:clr>
            <a:srgbClr val="A4A3A4"/>
          </p15:clr>
        </p15:guide>
        <p15:guide id="4" pos="4000">
          <p15:clr>
            <a:srgbClr val="A4A3A4"/>
          </p15:clr>
        </p15:guide>
        <p15:guide id="5" pos="4258">
          <p15:clr>
            <a:srgbClr val="A4A3A4"/>
          </p15:clr>
        </p15:guide>
        <p15:guide id="6" pos="14378">
          <p15:clr>
            <a:srgbClr val="A4A3A4"/>
          </p15:clr>
        </p15:guide>
        <p15:guide id="7" pos="9189">
          <p15:clr>
            <a:srgbClr val="A4A3A4"/>
          </p15:clr>
        </p15:guide>
        <p15:guide id="8" pos="94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6"/>
    <p:restoredTop sz="94432"/>
  </p:normalViewPr>
  <p:slideViewPr>
    <p:cSldViewPr snapToGrid="0" snapToObjects="1">
      <p:cViewPr>
        <p:scale>
          <a:sx n="54" d="100"/>
          <a:sy n="54" d="100"/>
        </p:scale>
        <p:origin x="2424" y="136"/>
      </p:cViewPr>
      <p:guideLst>
        <p:guide orient="horz" pos="3858"/>
        <p:guide orient="horz" pos="17210"/>
        <p:guide pos="-932"/>
        <p:guide pos="4000"/>
        <p:guide pos="4258"/>
        <p:guide pos="14378"/>
        <p:guide pos="9189"/>
        <p:guide pos="944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1BDC6E-F10D-C94A-89E1-E51E740C4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 Narrow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8D973-7C6E-FC4B-B88C-D76FFD7196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 Narrow" charset="0"/>
                <a:ea typeface="ＭＳ Ｐゴシック" charset="-128"/>
              </a:defRPr>
            </a:lvl1pPr>
          </a:lstStyle>
          <a:p>
            <a:pPr>
              <a:defRPr/>
            </a:pPr>
            <a:fld id="{5A27AE16-5DC2-DB4D-905E-2D0B8C7771A1}" type="datetimeFigureOut">
              <a:rPr lang="en-US"/>
              <a:pPr>
                <a:defRPr/>
              </a:pPr>
              <a:t>5/17/26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864FDA-2CF6-394F-9BDD-18DFCE883E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 Narrow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3B442-B31A-794D-ADAE-6F2C2F4197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94A0330-3307-9044-BD5D-6D8605267616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422C6E6D-3C68-B14F-90C5-9ECD2C0258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2E1CEBD9-94AF-7040-9C88-FD3DF274DFF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A529ECD-E2A7-4856-E583-2DE37F2F62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17738" y="685800"/>
            <a:ext cx="24225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3" name="Rectangle 5">
            <a:extLst>
              <a:ext uri="{FF2B5EF4-FFF2-40B4-BE49-F238E27FC236}">
                <a16:creationId xmlns:a16="http://schemas.microsoft.com/office/drawing/2014/main" id="{18CDFB67-D8C2-EF44-8C34-31AE3093F12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0534" name="Rectangle 6">
            <a:extLst>
              <a:ext uri="{FF2B5EF4-FFF2-40B4-BE49-F238E27FC236}">
                <a16:creationId xmlns:a16="http://schemas.microsoft.com/office/drawing/2014/main" id="{D3010B79-80A9-8F43-9A4B-C6EBC4F2B2A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>
            <a:extLst>
              <a:ext uri="{FF2B5EF4-FFF2-40B4-BE49-F238E27FC236}">
                <a16:creationId xmlns:a16="http://schemas.microsoft.com/office/drawing/2014/main" id="{07F481C5-718E-0B4F-BFCF-E16F461A4F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32ED8BFE-A7B8-5E47-923D-FF958101972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320675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2pPr>
    <a:lvl3pPr marL="644525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3pPr>
    <a:lvl4pPr marL="966788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4pPr>
    <a:lvl5pPr marL="1290638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5pPr>
    <a:lvl6pPr marL="1615900" algn="l" defTabSz="32318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939080" algn="l" defTabSz="32318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262261" algn="l" defTabSz="32318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585440" algn="l" defTabSz="32318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992D6D1C-2D66-6A8F-3CF2-B3E3642107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19325" y="685800"/>
            <a:ext cx="2419350" cy="3429000"/>
          </a:xfrm>
          <a:ln/>
        </p:spPr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E03B0D8E-58ED-E68C-215E-308E30BB6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226" y="9406996"/>
            <a:ext cx="18178355" cy="64894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444" y="17158253"/>
            <a:ext cx="14969912" cy="7739239"/>
          </a:xfrm>
        </p:spPr>
        <p:txBody>
          <a:bodyPr/>
          <a:lstStyle>
            <a:lvl1pPr marL="0" indent="0" algn="ctr">
              <a:buNone/>
              <a:defRPr/>
            </a:lvl1pPr>
            <a:lvl2pPr marL="323195" indent="0" algn="ctr">
              <a:buNone/>
              <a:defRPr/>
            </a:lvl2pPr>
            <a:lvl3pPr marL="646389" indent="0" algn="ctr">
              <a:buNone/>
              <a:defRPr/>
            </a:lvl3pPr>
            <a:lvl4pPr marL="969584" indent="0" algn="ctr">
              <a:buNone/>
              <a:defRPr/>
            </a:lvl4pPr>
            <a:lvl5pPr marL="1292779" indent="0" algn="ctr">
              <a:buNone/>
              <a:defRPr/>
            </a:lvl5pPr>
            <a:lvl6pPr marL="1615973" indent="0" algn="ctr">
              <a:buNone/>
              <a:defRPr/>
            </a:lvl6pPr>
            <a:lvl7pPr marL="1939168" indent="0" algn="ctr">
              <a:buNone/>
              <a:defRPr/>
            </a:lvl7pPr>
            <a:lvl8pPr marL="2262363" indent="0" algn="ctr">
              <a:buNone/>
              <a:defRPr/>
            </a:lvl8pPr>
            <a:lvl9pPr marL="258555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16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25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3" y="19457591"/>
            <a:ext cx="18179298" cy="6014068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103" y="12833307"/>
            <a:ext cx="18179298" cy="6624287"/>
          </a:xfrm>
        </p:spPr>
        <p:txBody>
          <a:bodyPr anchor="b"/>
          <a:lstStyle>
            <a:lvl1pPr marL="0" indent="0">
              <a:buNone/>
              <a:defRPr sz="1400"/>
            </a:lvl1pPr>
            <a:lvl2pPr marL="323195" indent="0">
              <a:buNone/>
              <a:defRPr sz="1300"/>
            </a:lvl2pPr>
            <a:lvl3pPr marL="646389" indent="0">
              <a:buNone/>
              <a:defRPr sz="1100"/>
            </a:lvl3pPr>
            <a:lvl4pPr marL="969584" indent="0">
              <a:buNone/>
              <a:defRPr sz="1000"/>
            </a:lvl4pPr>
            <a:lvl5pPr marL="1292779" indent="0">
              <a:buNone/>
              <a:defRPr sz="1000"/>
            </a:lvl5pPr>
            <a:lvl6pPr marL="1615973" indent="0">
              <a:buNone/>
              <a:defRPr sz="1000"/>
            </a:lvl6pPr>
            <a:lvl7pPr marL="1939168" indent="0">
              <a:buNone/>
              <a:defRPr sz="1000"/>
            </a:lvl7pPr>
            <a:lvl8pPr marL="2262363" indent="0">
              <a:buNone/>
              <a:defRPr sz="1000"/>
            </a:lvl8pPr>
            <a:lvl9pPr marL="258555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4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7784" y="4411745"/>
            <a:ext cx="3240510" cy="2520593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8830" y="4411745"/>
            <a:ext cx="3241453" cy="2520593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91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484" y="1212427"/>
            <a:ext cx="19247837" cy="50473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482" y="6777844"/>
            <a:ext cx="9448973" cy="2825436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3195" indent="0">
              <a:buNone/>
              <a:defRPr sz="1400" b="1"/>
            </a:lvl2pPr>
            <a:lvl3pPr marL="646389" indent="0">
              <a:buNone/>
              <a:defRPr sz="1300" b="1"/>
            </a:lvl3pPr>
            <a:lvl4pPr marL="969584" indent="0">
              <a:buNone/>
              <a:defRPr sz="1100" b="1"/>
            </a:lvl4pPr>
            <a:lvl5pPr marL="1292779" indent="0">
              <a:buNone/>
              <a:defRPr sz="1100" b="1"/>
            </a:lvl5pPr>
            <a:lvl6pPr marL="1615973" indent="0">
              <a:buNone/>
              <a:defRPr sz="1100" b="1"/>
            </a:lvl6pPr>
            <a:lvl7pPr marL="1939168" indent="0">
              <a:buNone/>
              <a:defRPr sz="1100" b="1"/>
            </a:lvl7pPr>
            <a:lvl8pPr marL="2262363" indent="0">
              <a:buNone/>
              <a:defRPr sz="1100" b="1"/>
            </a:lvl8pPr>
            <a:lvl9pPr marL="2585557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482" y="9603281"/>
            <a:ext cx="9448973" cy="17445336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4575" y="6777844"/>
            <a:ext cx="9452745" cy="2825436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3195" indent="0">
              <a:buNone/>
              <a:defRPr sz="1400" b="1"/>
            </a:lvl2pPr>
            <a:lvl3pPr marL="646389" indent="0">
              <a:buNone/>
              <a:defRPr sz="1300" b="1"/>
            </a:lvl3pPr>
            <a:lvl4pPr marL="969584" indent="0">
              <a:buNone/>
              <a:defRPr sz="1100" b="1"/>
            </a:lvl4pPr>
            <a:lvl5pPr marL="1292779" indent="0">
              <a:buNone/>
              <a:defRPr sz="1100" b="1"/>
            </a:lvl5pPr>
            <a:lvl6pPr marL="1615973" indent="0">
              <a:buNone/>
              <a:defRPr sz="1100" b="1"/>
            </a:lvl6pPr>
            <a:lvl7pPr marL="1939168" indent="0">
              <a:buNone/>
              <a:defRPr sz="1100" b="1"/>
            </a:lvl7pPr>
            <a:lvl8pPr marL="2262363" indent="0">
              <a:buNone/>
              <a:defRPr sz="1100" b="1"/>
            </a:lvl8pPr>
            <a:lvl9pPr marL="2585557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4575" y="9603281"/>
            <a:ext cx="9452745" cy="17445336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57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80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31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481" y="1205752"/>
            <a:ext cx="7035566" cy="5130116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573" y="1205754"/>
            <a:ext cx="11955747" cy="25842864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481" y="6335870"/>
            <a:ext cx="7035566" cy="20712747"/>
          </a:xfrm>
        </p:spPr>
        <p:txBody>
          <a:bodyPr/>
          <a:lstStyle>
            <a:lvl1pPr marL="0" indent="0">
              <a:buNone/>
              <a:defRPr sz="1000"/>
            </a:lvl1pPr>
            <a:lvl2pPr marL="323195" indent="0">
              <a:buNone/>
              <a:defRPr sz="800"/>
            </a:lvl2pPr>
            <a:lvl3pPr marL="646389" indent="0">
              <a:buNone/>
              <a:defRPr sz="700"/>
            </a:lvl3pPr>
            <a:lvl4pPr marL="969584" indent="0">
              <a:buNone/>
              <a:defRPr sz="600"/>
            </a:lvl4pPr>
            <a:lvl5pPr marL="1292779" indent="0">
              <a:buNone/>
              <a:defRPr sz="600"/>
            </a:lvl5pPr>
            <a:lvl6pPr marL="1615973" indent="0">
              <a:buNone/>
              <a:defRPr sz="600"/>
            </a:lvl6pPr>
            <a:lvl7pPr marL="1939168" indent="0">
              <a:buNone/>
              <a:defRPr sz="600"/>
            </a:lvl7pPr>
            <a:lvl8pPr marL="2262363" indent="0">
              <a:buNone/>
              <a:defRPr sz="600"/>
            </a:lvl8pPr>
            <a:lvl9pPr marL="2585557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536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2107" y="21196120"/>
            <a:ext cx="12831892" cy="2502300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2107" y="2705266"/>
            <a:ext cx="12831892" cy="18167718"/>
          </a:xfrm>
        </p:spPr>
        <p:txBody>
          <a:bodyPr/>
          <a:lstStyle>
            <a:lvl1pPr marL="0" indent="0">
              <a:buNone/>
              <a:defRPr sz="2300"/>
            </a:lvl1pPr>
            <a:lvl2pPr marL="323195" indent="0">
              <a:buNone/>
              <a:defRPr sz="2000"/>
            </a:lvl2pPr>
            <a:lvl3pPr marL="646389" indent="0">
              <a:buNone/>
              <a:defRPr sz="1700"/>
            </a:lvl3pPr>
            <a:lvl4pPr marL="969584" indent="0">
              <a:buNone/>
              <a:defRPr sz="1400"/>
            </a:lvl4pPr>
            <a:lvl5pPr marL="1292779" indent="0">
              <a:buNone/>
              <a:defRPr sz="1400"/>
            </a:lvl5pPr>
            <a:lvl6pPr marL="1615973" indent="0">
              <a:buNone/>
              <a:defRPr sz="1400"/>
            </a:lvl6pPr>
            <a:lvl7pPr marL="1939168" indent="0">
              <a:buNone/>
              <a:defRPr sz="1400"/>
            </a:lvl7pPr>
            <a:lvl8pPr marL="2262363" indent="0">
              <a:buNone/>
              <a:defRPr sz="1400"/>
            </a:lvl8pPr>
            <a:lvl9pPr marL="2585557" indent="0">
              <a:buNone/>
              <a:defRPr sz="14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2107" y="23698419"/>
            <a:ext cx="12831892" cy="3553161"/>
          </a:xfrm>
        </p:spPr>
        <p:txBody>
          <a:bodyPr/>
          <a:lstStyle>
            <a:lvl1pPr marL="0" indent="0">
              <a:buNone/>
              <a:defRPr sz="1000"/>
            </a:lvl1pPr>
            <a:lvl2pPr marL="323195" indent="0">
              <a:buNone/>
              <a:defRPr sz="800"/>
            </a:lvl2pPr>
            <a:lvl3pPr marL="646389" indent="0">
              <a:buNone/>
              <a:defRPr sz="700"/>
            </a:lvl3pPr>
            <a:lvl4pPr marL="969584" indent="0">
              <a:buNone/>
              <a:defRPr sz="600"/>
            </a:lvl4pPr>
            <a:lvl5pPr marL="1292779" indent="0">
              <a:buNone/>
              <a:defRPr sz="600"/>
            </a:lvl5pPr>
            <a:lvl6pPr marL="1615973" indent="0">
              <a:buNone/>
              <a:defRPr sz="600"/>
            </a:lvl6pPr>
            <a:lvl7pPr marL="1939168" indent="0">
              <a:buNone/>
              <a:defRPr sz="600"/>
            </a:lvl7pPr>
            <a:lvl8pPr marL="2262363" indent="0">
              <a:buNone/>
              <a:defRPr sz="600"/>
            </a:lvl8pPr>
            <a:lvl9pPr marL="2585557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690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28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89470" y="1171037"/>
            <a:ext cx="5106916" cy="28446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781" y="1171037"/>
            <a:ext cx="15231151" cy="28446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77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226" y="9406996"/>
            <a:ext cx="18178355" cy="64894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444" y="17158253"/>
            <a:ext cx="14969912" cy="7739239"/>
          </a:xfrm>
        </p:spPr>
        <p:txBody>
          <a:bodyPr/>
          <a:lstStyle>
            <a:lvl1pPr marL="0" indent="0" algn="ctr">
              <a:buNone/>
              <a:defRPr/>
            </a:lvl1pPr>
            <a:lvl2pPr marL="323195" indent="0" algn="ctr">
              <a:buNone/>
              <a:defRPr/>
            </a:lvl2pPr>
            <a:lvl3pPr marL="646389" indent="0" algn="ctr">
              <a:buNone/>
              <a:defRPr/>
            </a:lvl3pPr>
            <a:lvl4pPr marL="969584" indent="0" algn="ctr">
              <a:buNone/>
              <a:defRPr/>
            </a:lvl4pPr>
            <a:lvl5pPr marL="1292779" indent="0" algn="ctr">
              <a:buNone/>
              <a:defRPr/>
            </a:lvl5pPr>
            <a:lvl6pPr marL="1615973" indent="0" algn="ctr">
              <a:buNone/>
              <a:defRPr/>
            </a:lvl6pPr>
            <a:lvl7pPr marL="1939168" indent="0" algn="ctr">
              <a:buNone/>
              <a:defRPr/>
            </a:lvl7pPr>
            <a:lvl8pPr marL="2262363" indent="0" algn="ctr">
              <a:buNone/>
              <a:defRPr/>
            </a:lvl8pPr>
            <a:lvl9pPr marL="258555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333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311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3" y="19457591"/>
            <a:ext cx="18179298" cy="6014068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103" y="12833307"/>
            <a:ext cx="18179298" cy="6624287"/>
          </a:xfrm>
        </p:spPr>
        <p:txBody>
          <a:bodyPr anchor="b"/>
          <a:lstStyle>
            <a:lvl1pPr marL="0" indent="0">
              <a:buNone/>
              <a:defRPr sz="1400"/>
            </a:lvl1pPr>
            <a:lvl2pPr marL="323195" indent="0">
              <a:buNone/>
              <a:defRPr sz="1300"/>
            </a:lvl2pPr>
            <a:lvl3pPr marL="646389" indent="0">
              <a:buNone/>
              <a:defRPr sz="1100"/>
            </a:lvl3pPr>
            <a:lvl4pPr marL="969584" indent="0">
              <a:buNone/>
              <a:defRPr sz="1000"/>
            </a:lvl4pPr>
            <a:lvl5pPr marL="1292779" indent="0">
              <a:buNone/>
              <a:defRPr sz="1000"/>
            </a:lvl5pPr>
            <a:lvl6pPr marL="1615973" indent="0">
              <a:buNone/>
              <a:defRPr sz="1000"/>
            </a:lvl6pPr>
            <a:lvl7pPr marL="1939168" indent="0">
              <a:buNone/>
              <a:defRPr sz="1000"/>
            </a:lvl7pPr>
            <a:lvl8pPr marL="2262363" indent="0">
              <a:buNone/>
              <a:defRPr sz="1000"/>
            </a:lvl8pPr>
            <a:lvl9pPr marL="258555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1704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464" y="4419756"/>
            <a:ext cx="2384170" cy="2520193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1171" y="4419756"/>
            <a:ext cx="2385114" cy="2520193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485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484" y="1212427"/>
            <a:ext cx="19247837" cy="50473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482" y="6777844"/>
            <a:ext cx="9448973" cy="2825436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3195" indent="0">
              <a:buNone/>
              <a:defRPr sz="1400" b="1"/>
            </a:lvl2pPr>
            <a:lvl3pPr marL="646389" indent="0">
              <a:buNone/>
              <a:defRPr sz="1300" b="1"/>
            </a:lvl3pPr>
            <a:lvl4pPr marL="969584" indent="0">
              <a:buNone/>
              <a:defRPr sz="1100" b="1"/>
            </a:lvl4pPr>
            <a:lvl5pPr marL="1292779" indent="0">
              <a:buNone/>
              <a:defRPr sz="1100" b="1"/>
            </a:lvl5pPr>
            <a:lvl6pPr marL="1615973" indent="0">
              <a:buNone/>
              <a:defRPr sz="1100" b="1"/>
            </a:lvl6pPr>
            <a:lvl7pPr marL="1939168" indent="0">
              <a:buNone/>
              <a:defRPr sz="1100" b="1"/>
            </a:lvl7pPr>
            <a:lvl8pPr marL="2262363" indent="0">
              <a:buNone/>
              <a:defRPr sz="1100" b="1"/>
            </a:lvl8pPr>
            <a:lvl9pPr marL="2585557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482" y="9603281"/>
            <a:ext cx="9448973" cy="17445336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4575" y="6777844"/>
            <a:ext cx="9452745" cy="2825436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3195" indent="0">
              <a:buNone/>
              <a:defRPr sz="1400" b="1"/>
            </a:lvl2pPr>
            <a:lvl3pPr marL="646389" indent="0">
              <a:buNone/>
              <a:defRPr sz="1300" b="1"/>
            </a:lvl3pPr>
            <a:lvl4pPr marL="969584" indent="0">
              <a:buNone/>
              <a:defRPr sz="1100" b="1"/>
            </a:lvl4pPr>
            <a:lvl5pPr marL="1292779" indent="0">
              <a:buNone/>
              <a:defRPr sz="1100" b="1"/>
            </a:lvl5pPr>
            <a:lvl6pPr marL="1615973" indent="0">
              <a:buNone/>
              <a:defRPr sz="1100" b="1"/>
            </a:lvl6pPr>
            <a:lvl7pPr marL="1939168" indent="0">
              <a:buNone/>
              <a:defRPr sz="1100" b="1"/>
            </a:lvl7pPr>
            <a:lvl8pPr marL="2262363" indent="0">
              <a:buNone/>
              <a:defRPr sz="1100" b="1"/>
            </a:lvl8pPr>
            <a:lvl9pPr marL="2585557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4575" y="9603281"/>
            <a:ext cx="9452745" cy="17445336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236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7698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0836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481" y="1205752"/>
            <a:ext cx="7035566" cy="5130116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573" y="1205754"/>
            <a:ext cx="11955747" cy="25842864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481" y="6335870"/>
            <a:ext cx="7035566" cy="20712747"/>
          </a:xfrm>
        </p:spPr>
        <p:txBody>
          <a:bodyPr/>
          <a:lstStyle>
            <a:lvl1pPr marL="0" indent="0">
              <a:buNone/>
              <a:defRPr sz="1000"/>
            </a:lvl1pPr>
            <a:lvl2pPr marL="323195" indent="0">
              <a:buNone/>
              <a:defRPr sz="800"/>
            </a:lvl2pPr>
            <a:lvl3pPr marL="646389" indent="0">
              <a:buNone/>
              <a:defRPr sz="700"/>
            </a:lvl3pPr>
            <a:lvl4pPr marL="969584" indent="0">
              <a:buNone/>
              <a:defRPr sz="600"/>
            </a:lvl4pPr>
            <a:lvl5pPr marL="1292779" indent="0">
              <a:buNone/>
              <a:defRPr sz="600"/>
            </a:lvl5pPr>
            <a:lvl6pPr marL="1615973" indent="0">
              <a:buNone/>
              <a:defRPr sz="600"/>
            </a:lvl6pPr>
            <a:lvl7pPr marL="1939168" indent="0">
              <a:buNone/>
              <a:defRPr sz="600"/>
            </a:lvl7pPr>
            <a:lvl8pPr marL="2262363" indent="0">
              <a:buNone/>
              <a:defRPr sz="600"/>
            </a:lvl8pPr>
            <a:lvl9pPr marL="2585557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91274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2107" y="21196120"/>
            <a:ext cx="12831892" cy="2502300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2107" y="2705266"/>
            <a:ext cx="12831892" cy="18167718"/>
          </a:xfrm>
        </p:spPr>
        <p:txBody>
          <a:bodyPr/>
          <a:lstStyle>
            <a:lvl1pPr marL="0" indent="0">
              <a:buNone/>
              <a:defRPr sz="2300"/>
            </a:lvl1pPr>
            <a:lvl2pPr marL="323195" indent="0">
              <a:buNone/>
              <a:defRPr sz="2000"/>
            </a:lvl2pPr>
            <a:lvl3pPr marL="646389" indent="0">
              <a:buNone/>
              <a:defRPr sz="1700"/>
            </a:lvl3pPr>
            <a:lvl4pPr marL="969584" indent="0">
              <a:buNone/>
              <a:defRPr sz="1400"/>
            </a:lvl4pPr>
            <a:lvl5pPr marL="1292779" indent="0">
              <a:buNone/>
              <a:defRPr sz="1400"/>
            </a:lvl5pPr>
            <a:lvl6pPr marL="1615973" indent="0">
              <a:buNone/>
              <a:defRPr sz="1400"/>
            </a:lvl6pPr>
            <a:lvl7pPr marL="1939168" indent="0">
              <a:buNone/>
              <a:defRPr sz="1400"/>
            </a:lvl7pPr>
            <a:lvl8pPr marL="2262363" indent="0">
              <a:buNone/>
              <a:defRPr sz="1400"/>
            </a:lvl8pPr>
            <a:lvl9pPr marL="2585557" indent="0">
              <a:buNone/>
              <a:defRPr sz="14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2107" y="23698419"/>
            <a:ext cx="12831892" cy="3553161"/>
          </a:xfrm>
        </p:spPr>
        <p:txBody>
          <a:bodyPr/>
          <a:lstStyle>
            <a:lvl1pPr marL="0" indent="0">
              <a:buNone/>
              <a:defRPr sz="1000"/>
            </a:lvl1pPr>
            <a:lvl2pPr marL="323195" indent="0">
              <a:buNone/>
              <a:defRPr sz="800"/>
            </a:lvl2pPr>
            <a:lvl3pPr marL="646389" indent="0">
              <a:buNone/>
              <a:defRPr sz="700"/>
            </a:lvl3pPr>
            <a:lvl4pPr marL="969584" indent="0">
              <a:buNone/>
              <a:defRPr sz="600"/>
            </a:lvl4pPr>
            <a:lvl5pPr marL="1292779" indent="0">
              <a:buNone/>
              <a:defRPr sz="600"/>
            </a:lvl5pPr>
            <a:lvl6pPr marL="1615973" indent="0">
              <a:buNone/>
              <a:defRPr sz="600"/>
            </a:lvl6pPr>
            <a:lvl7pPr marL="1939168" indent="0">
              <a:buNone/>
              <a:defRPr sz="600"/>
            </a:lvl7pPr>
            <a:lvl8pPr marL="2262363" indent="0">
              <a:buNone/>
              <a:defRPr sz="600"/>
            </a:lvl8pPr>
            <a:lvl9pPr marL="2585557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08533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991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86643" y="1171036"/>
            <a:ext cx="5109745" cy="284506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463" y="1171036"/>
            <a:ext cx="15239640" cy="284506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0748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226" y="9406996"/>
            <a:ext cx="18178355" cy="64894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444" y="17158253"/>
            <a:ext cx="14969912" cy="7739239"/>
          </a:xfrm>
        </p:spPr>
        <p:txBody>
          <a:bodyPr/>
          <a:lstStyle>
            <a:lvl1pPr marL="0" indent="0" algn="ctr">
              <a:buNone/>
              <a:defRPr/>
            </a:lvl1pPr>
            <a:lvl2pPr marL="323195" indent="0" algn="ctr">
              <a:buNone/>
              <a:defRPr/>
            </a:lvl2pPr>
            <a:lvl3pPr marL="646389" indent="0" algn="ctr">
              <a:buNone/>
              <a:defRPr/>
            </a:lvl3pPr>
            <a:lvl4pPr marL="969584" indent="0" algn="ctr">
              <a:buNone/>
              <a:defRPr/>
            </a:lvl4pPr>
            <a:lvl5pPr marL="1292779" indent="0" algn="ctr">
              <a:buNone/>
              <a:defRPr/>
            </a:lvl5pPr>
            <a:lvl6pPr marL="1615973" indent="0" algn="ctr">
              <a:buNone/>
              <a:defRPr/>
            </a:lvl6pPr>
            <a:lvl7pPr marL="1939168" indent="0" algn="ctr">
              <a:buNone/>
              <a:defRPr/>
            </a:lvl7pPr>
            <a:lvl8pPr marL="2262363" indent="0" algn="ctr">
              <a:buNone/>
              <a:defRPr/>
            </a:lvl8pPr>
            <a:lvl9pPr marL="258555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0936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4166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3" y="19457591"/>
            <a:ext cx="18179298" cy="6014068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103" y="12833307"/>
            <a:ext cx="18179298" cy="6624287"/>
          </a:xfrm>
        </p:spPr>
        <p:txBody>
          <a:bodyPr anchor="b"/>
          <a:lstStyle>
            <a:lvl1pPr marL="0" indent="0">
              <a:buNone/>
              <a:defRPr sz="1400"/>
            </a:lvl1pPr>
            <a:lvl2pPr marL="323195" indent="0">
              <a:buNone/>
              <a:defRPr sz="1300"/>
            </a:lvl2pPr>
            <a:lvl3pPr marL="646389" indent="0">
              <a:buNone/>
              <a:defRPr sz="1100"/>
            </a:lvl3pPr>
            <a:lvl4pPr marL="969584" indent="0">
              <a:buNone/>
              <a:defRPr sz="1000"/>
            </a:lvl4pPr>
            <a:lvl5pPr marL="1292779" indent="0">
              <a:buNone/>
              <a:defRPr sz="1000"/>
            </a:lvl5pPr>
            <a:lvl6pPr marL="1615973" indent="0">
              <a:buNone/>
              <a:defRPr sz="1000"/>
            </a:lvl6pPr>
            <a:lvl7pPr marL="1939168" indent="0">
              <a:buNone/>
              <a:defRPr sz="1000"/>
            </a:lvl7pPr>
            <a:lvl8pPr marL="2262363" indent="0">
              <a:buNone/>
              <a:defRPr sz="1000"/>
            </a:lvl8pPr>
            <a:lvl9pPr marL="258555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7026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7633" y="4419756"/>
            <a:ext cx="10233636" cy="2520193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1807" y="4419756"/>
            <a:ext cx="10234579" cy="2520193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1156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484" y="1212427"/>
            <a:ext cx="19247837" cy="50473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482" y="6777844"/>
            <a:ext cx="9448973" cy="2825436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3195" indent="0">
              <a:buNone/>
              <a:defRPr sz="1400" b="1"/>
            </a:lvl2pPr>
            <a:lvl3pPr marL="646389" indent="0">
              <a:buNone/>
              <a:defRPr sz="1300" b="1"/>
            </a:lvl3pPr>
            <a:lvl4pPr marL="969584" indent="0">
              <a:buNone/>
              <a:defRPr sz="1100" b="1"/>
            </a:lvl4pPr>
            <a:lvl5pPr marL="1292779" indent="0">
              <a:buNone/>
              <a:defRPr sz="1100" b="1"/>
            </a:lvl5pPr>
            <a:lvl6pPr marL="1615973" indent="0">
              <a:buNone/>
              <a:defRPr sz="1100" b="1"/>
            </a:lvl6pPr>
            <a:lvl7pPr marL="1939168" indent="0">
              <a:buNone/>
              <a:defRPr sz="1100" b="1"/>
            </a:lvl7pPr>
            <a:lvl8pPr marL="2262363" indent="0">
              <a:buNone/>
              <a:defRPr sz="1100" b="1"/>
            </a:lvl8pPr>
            <a:lvl9pPr marL="2585557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482" y="9603281"/>
            <a:ext cx="9448973" cy="17445336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4575" y="6777844"/>
            <a:ext cx="9452745" cy="2825436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3195" indent="0">
              <a:buNone/>
              <a:defRPr sz="1400" b="1"/>
            </a:lvl2pPr>
            <a:lvl3pPr marL="646389" indent="0">
              <a:buNone/>
              <a:defRPr sz="1300" b="1"/>
            </a:lvl3pPr>
            <a:lvl4pPr marL="969584" indent="0">
              <a:buNone/>
              <a:defRPr sz="1100" b="1"/>
            </a:lvl4pPr>
            <a:lvl5pPr marL="1292779" indent="0">
              <a:buNone/>
              <a:defRPr sz="1100" b="1"/>
            </a:lvl5pPr>
            <a:lvl6pPr marL="1615973" indent="0">
              <a:buNone/>
              <a:defRPr sz="1100" b="1"/>
            </a:lvl6pPr>
            <a:lvl7pPr marL="1939168" indent="0">
              <a:buNone/>
              <a:defRPr sz="1100" b="1"/>
            </a:lvl7pPr>
            <a:lvl8pPr marL="2262363" indent="0">
              <a:buNone/>
              <a:defRPr sz="1100" b="1"/>
            </a:lvl8pPr>
            <a:lvl9pPr marL="2585557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4575" y="9603281"/>
            <a:ext cx="9452745" cy="17445336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0470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9140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1086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481" y="1205752"/>
            <a:ext cx="7035566" cy="5130116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573" y="1205754"/>
            <a:ext cx="11955747" cy="25842864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481" y="6335870"/>
            <a:ext cx="7035566" cy="20712747"/>
          </a:xfrm>
        </p:spPr>
        <p:txBody>
          <a:bodyPr/>
          <a:lstStyle>
            <a:lvl1pPr marL="0" indent="0">
              <a:buNone/>
              <a:defRPr sz="1000"/>
            </a:lvl1pPr>
            <a:lvl2pPr marL="323195" indent="0">
              <a:buNone/>
              <a:defRPr sz="800"/>
            </a:lvl2pPr>
            <a:lvl3pPr marL="646389" indent="0">
              <a:buNone/>
              <a:defRPr sz="700"/>
            </a:lvl3pPr>
            <a:lvl4pPr marL="969584" indent="0">
              <a:buNone/>
              <a:defRPr sz="600"/>
            </a:lvl4pPr>
            <a:lvl5pPr marL="1292779" indent="0">
              <a:buNone/>
              <a:defRPr sz="600"/>
            </a:lvl5pPr>
            <a:lvl6pPr marL="1615973" indent="0">
              <a:buNone/>
              <a:defRPr sz="600"/>
            </a:lvl6pPr>
            <a:lvl7pPr marL="1939168" indent="0">
              <a:buNone/>
              <a:defRPr sz="600"/>
            </a:lvl7pPr>
            <a:lvl8pPr marL="2262363" indent="0">
              <a:buNone/>
              <a:defRPr sz="600"/>
            </a:lvl8pPr>
            <a:lvl9pPr marL="2585557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9859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2107" y="21196120"/>
            <a:ext cx="12831892" cy="2502300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2107" y="2705266"/>
            <a:ext cx="12831892" cy="18167718"/>
          </a:xfrm>
        </p:spPr>
        <p:txBody>
          <a:bodyPr/>
          <a:lstStyle>
            <a:lvl1pPr marL="0" indent="0">
              <a:buNone/>
              <a:defRPr sz="2300"/>
            </a:lvl1pPr>
            <a:lvl2pPr marL="323195" indent="0">
              <a:buNone/>
              <a:defRPr sz="2000"/>
            </a:lvl2pPr>
            <a:lvl3pPr marL="646389" indent="0">
              <a:buNone/>
              <a:defRPr sz="1700"/>
            </a:lvl3pPr>
            <a:lvl4pPr marL="969584" indent="0">
              <a:buNone/>
              <a:defRPr sz="1400"/>
            </a:lvl4pPr>
            <a:lvl5pPr marL="1292779" indent="0">
              <a:buNone/>
              <a:defRPr sz="1400"/>
            </a:lvl5pPr>
            <a:lvl6pPr marL="1615973" indent="0">
              <a:buNone/>
              <a:defRPr sz="1400"/>
            </a:lvl6pPr>
            <a:lvl7pPr marL="1939168" indent="0">
              <a:buNone/>
              <a:defRPr sz="1400"/>
            </a:lvl7pPr>
            <a:lvl8pPr marL="2262363" indent="0">
              <a:buNone/>
              <a:defRPr sz="1400"/>
            </a:lvl8pPr>
            <a:lvl9pPr marL="2585557" indent="0">
              <a:buNone/>
              <a:defRPr sz="14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2107" y="23698419"/>
            <a:ext cx="12831892" cy="3553161"/>
          </a:xfrm>
        </p:spPr>
        <p:txBody>
          <a:bodyPr/>
          <a:lstStyle>
            <a:lvl1pPr marL="0" indent="0">
              <a:buNone/>
              <a:defRPr sz="1000"/>
            </a:lvl1pPr>
            <a:lvl2pPr marL="323195" indent="0">
              <a:buNone/>
              <a:defRPr sz="800"/>
            </a:lvl2pPr>
            <a:lvl3pPr marL="646389" indent="0">
              <a:buNone/>
              <a:defRPr sz="700"/>
            </a:lvl3pPr>
            <a:lvl4pPr marL="969584" indent="0">
              <a:buNone/>
              <a:defRPr sz="600"/>
            </a:lvl4pPr>
            <a:lvl5pPr marL="1292779" indent="0">
              <a:buNone/>
              <a:defRPr sz="600"/>
            </a:lvl5pPr>
            <a:lvl6pPr marL="1615973" indent="0">
              <a:buNone/>
              <a:defRPr sz="600"/>
            </a:lvl6pPr>
            <a:lvl7pPr marL="1939168" indent="0">
              <a:buNone/>
              <a:defRPr sz="600"/>
            </a:lvl7pPr>
            <a:lvl8pPr marL="2262363" indent="0">
              <a:buNone/>
              <a:defRPr sz="600"/>
            </a:lvl8pPr>
            <a:lvl9pPr marL="2585557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38019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30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57405" y="1171036"/>
            <a:ext cx="5138981" cy="284506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7633" y="1171036"/>
            <a:ext cx="15329234" cy="284506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44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6">
            <a:extLst>
              <a:ext uri="{FF2B5EF4-FFF2-40B4-BE49-F238E27FC236}">
                <a16:creationId xmlns:a16="http://schemas.microsoft.com/office/drawing/2014/main" id="{E3CBD40D-C455-CC48-B171-80B1826A3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6800" cy="37433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1027" name="Rectangle 33">
            <a:extLst>
              <a:ext uri="{FF2B5EF4-FFF2-40B4-BE49-F238E27FC236}">
                <a16:creationId xmlns:a16="http://schemas.microsoft.com/office/drawing/2014/main" id="{3CE8383D-A2B4-FE4F-853B-7747E9A36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4416425"/>
            <a:ext cx="6584950" cy="2520156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1028" name="Rectangle 15">
            <a:extLst>
              <a:ext uri="{FF2B5EF4-FFF2-40B4-BE49-F238E27FC236}">
                <a16:creationId xmlns:a16="http://schemas.microsoft.com/office/drawing/2014/main" id="{14F7E525-0489-273F-9349-A32A97B1B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171575"/>
            <a:ext cx="20427950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2916" tIns="26453" rIns="52916" bIns="264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16">
            <a:extLst>
              <a:ext uri="{FF2B5EF4-FFF2-40B4-BE49-F238E27FC236}">
                <a16:creationId xmlns:a16="http://schemas.microsoft.com/office/drawing/2014/main" id="{BE5804A7-FDE2-7B61-C565-447F385AD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4416425"/>
            <a:ext cx="6572250" cy="2520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64625" tIns="264625" rIns="264625" bIns="2646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1030" name="Rectangle 25">
            <a:extLst>
              <a:ext uri="{FF2B5EF4-FFF2-40B4-BE49-F238E27FC236}">
                <a16:creationId xmlns:a16="http://schemas.microsoft.com/office/drawing/2014/main" id="{E9F0F8F0-3F36-734D-9B91-F473D292A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6800" cy="302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1031" name="Rectangle 40">
            <a:extLst>
              <a:ext uri="{FF2B5EF4-FFF2-40B4-BE49-F238E27FC236}">
                <a16:creationId xmlns:a16="http://schemas.microsoft.com/office/drawing/2014/main" id="{803D5997-C093-F241-A0CB-A7E8BC3B7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1313" y="4416425"/>
            <a:ext cx="6584950" cy="25201563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1032" name="Rectangle 41">
            <a:extLst>
              <a:ext uri="{FF2B5EF4-FFF2-40B4-BE49-F238E27FC236}">
                <a16:creationId xmlns:a16="http://schemas.microsoft.com/office/drawing/2014/main" id="{14A9A667-54A1-BC4F-949C-031CCFC05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463" y="4416425"/>
            <a:ext cx="6583362" cy="25201563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1033" name="Text Box 14">
            <a:extLst>
              <a:ext uri="{FF2B5EF4-FFF2-40B4-BE49-F238E27FC236}">
                <a16:creationId xmlns:a16="http://schemas.microsoft.com/office/drawing/2014/main" id="{2D463C5E-0299-744D-854B-5FF8347EF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29884688"/>
            <a:ext cx="2336800" cy="11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60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lvl1pPr algn="ctr" defTabSz="528638" rtl="0" eaLnBrk="0" fontAlgn="base" hangingPunct="0">
        <a:spcBef>
          <a:spcPct val="0"/>
        </a:spcBef>
        <a:spcAft>
          <a:spcPct val="0"/>
        </a:spcAft>
        <a:defRPr sz="5100">
          <a:solidFill>
            <a:srgbClr val="FFFFFF"/>
          </a:solidFill>
          <a:latin typeface="+mj-lt"/>
          <a:ea typeface="ＭＳ Ｐゴシック" charset="-128"/>
          <a:cs typeface="ＭＳ Ｐゴシック" charset="-128"/>
        </a:defRPr>
      </a:lvl1pPr>
      <a:lvl2pPr algn="ctr" defTabSz="528638" rtl="0" eaLnBrk="0" fontAlgn="base" hangingPunct="0">
        <a:spcBef>
          <a:spcPct val="0"/>
        </a:spcBef>
        <a:spcAft>
          <a:spcPct val="0"/>
        </a:spcAft>
        <a:defRPr sz="5100">
          <a:solidFill>
            <a:srgbClr val="FFFFFF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528638" rtl="0" eaLnBrk="0" fontAlgn="base" hangingPunct="0">
        <a:spcBef>
          <a:spcPct val="0"/>
        </a:spcBef>
        <a:spcAft>
          <a:spcPct val="0"/>
        </a:spcAft>
        <a:defRPr sz="5100">
          <a:solidFill>
            <a:srgbClr val="FFFFFF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528638" rtl="0" eaLnBrk="0" fontAlgn="base" hangingPunct="0">
        <a:spcBef>
          <a:spcPct val="0"/>
        </a:spcBef>
        <a:spcAft>
          <a:spcPct val="0"/>
        </a:spcAft>
        <a:defRPr sz="5100">
          <a:solidFill>
            <a:srgbClr val="FFFFFF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528638" rtl="0" eaLnBrk="0" fontAlgn="base" hangingPunct="0">
        <a:spcBef>
          <a:spcPct val="0"/>
        </a:spcBef>
        <a:spcAft>
          <a:spcPct val="0"/>
        </a:spcAft>
        <a:defRPr sz="5100">
          <a:solidFill>
            <a:srgbClr val="FFFFFF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323195" algn="ctr" defTabSz="529680" rtl="0" fontAlgn="base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Arial Black" charset="0"/>
        </a:defRPr>
      </a:lvl6pPr>
      <a:lvl7pPr marL="646389" algn="ctr" defTabSz="529680" rtl="0" fontAlgn="base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Arial Black" charset="0"/>
        </a:defRPr>
      </a:lvl7pPr>
      <a:lvl8pPr marL="969584" algn="ctr" defTabSz="529680" rtl="0" fontAlgn="base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Arial Black" charset="0"/>
        </a:defRPr>
      </a:lvl8pPr>
      <a:lvl9pPr marL="1292779" algn="ctr" defTabSz="529680" rtl="0" fontAlgn="base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Arial Black" charset="0"/>
        </a:defRPr>
      </a:lvl9pPr>
    </p:titleStyle>
    <p:bodyStyle>
      <a:lvl1pPr marL="198438" indent="-198438" algn="l" defTabSz="528638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428625" indent="-163513" algn="l" defTabSz="528638" rtl="0" eaLnBrk="0" fontAlgn="base" hangingPunct="0">
        <a:spcBef>
          <a:spcPct val="20000"/>
        </a:spcBef>
        <a:spcAft>
          <a:spcPct val="0"/>
        </a:spcAft>
        <a:buChar char="–"/>
        <a:defRPr sz="1700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661988" indent="-133350" algn="l" defTabSz="528638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927100" indent="-131763" algn="l" defTabSz="528638" rtl="0" eaLnBrk="0" fontAlgn="base" hangingPunct="0">
        <a:spcBef>
          <a:spcPct val="20000"/>
        </a:spcBef>
        <a:spcAft>
          <a:spcPct val="0"/>
        </a:spcAft>
        <a:buChar char="–"/>
        <a:defRPr sz="11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192213" indent="-131763" algn="l" defTabSz="528638" rtl="0" eaLnBrk="0" fontAlgn="base" hangingPunct="0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1516098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6pPr>
      <a:lvl7pPr marL="1839292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7pPr>
      <a:lvl8pPr marL="2162487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8pPr>
      <a:lvl9pPr marL="2485682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3195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6389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9584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92779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15973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39168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62363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5557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E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5A2A538-7189-9748-83A0-7720528DA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6800" cy="38719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FE70505-1D6A-454D-9C82-1BB686F0E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419600"/>
            <a:ext cx="4859338" cy="2520156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2052" name="Rectangle 6">
            <a:extLst>
              <a:ext uri="{FF2B5EF4-FFF2-40B4-BE49-F238E27FC236}">
                <a16:creationId xmlns:a16="http://schemas.microsoft.com/office/drawing/2014/main" id="{9D82DE52-C912-07BE-D601-615EA4FE0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171575"/>
            <a:ext cx="20427950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2916" tIns="26453" rIns="52916" bIns="264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3" name="Rectangle 7">
            <a:extLst>
              <a:ext uri="{FF2B5EF4-FFF2-40B4-BE49-F238E27FC236}">
                <a16:creationId xmlns:a16="http://schemas.microsoft.com/office/drawing/2014/main" id="{15C66F9D-37FB-548B-9BCF-0BCCBD777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4430713"/>
            <a:ext cx="4859338" cy="2520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64625" tIns="264625" rIns="264625" bIns="2646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32FB87A8-AAAB-854A-BAA9-8B9C51884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6800" cy="302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2055" name="Rectangle 9">
            <a:extLst>
              <a:ext uri="{FF2B5EF4-FFF2-40B4-BE49-F238E27FC236}">
                <a16:creationId xmlns:a16="http://schemas.microsoft.com/office/drawing/2014/main" id="{7E609CA0-8807-C049-8E6E-1B1E72DFA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113" y="4419600"/>
            <a:ext cx="10117137" cy="2520156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2056" name="Rectangle 11">
            <a:extLst>
              <a:ext uri="{FF2B5EF4-FFF2-40B4-BE49-F238E27FC236}">
                <a16:creationId xmlns:a16="http://schemas.microsoft.com/office/drawing/2014/main" id="{E05E7556-70F4-5047-A170-603F6CF93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0" y="4419600"/>
            <a:ext cx="4862513" cy="2520156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2057" name="Text Box 14">
            <a:extLst>
              <a:ext uri="{FF2B5EF4-FFF2-40B4-BE49-F238E27FC236}">
                <a16:creationId xmlns:a16="http://schemas.microsoft.com/office/drawing/2014/main" id="{91562CDE-19A7-7349-B015-E78B1331CB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29895800"/>
            <a:ext cx="2336800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60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ctr" defTabSz="528638" rtl="0" eaLnBrk="0" fontAlgn="base" hangingPunct="0">
        <a:spcBef>
          <a:spcPct val="0"/>
        </a:spcBef>
        <a:spcAft>
          <a:spcPct val="0"/>
        </a:spcAft>
        <a:defRPr sz="50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528638" rtl="0" eaLnBrk="0" fontAlgn="base" hangingPunct="0">
        <a:spcBef>
          <a:spcPct val="0"/>
        </a:spcBef>
        <a:spcAft>
          <a:spcPct val="0"/>
        </a:spcAft>
        <a:defRPr sz="500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528638" rtl="0" eaLnBrk="0" fontAlgn="base" hangingPunct="0">
        <a:spcBef>
          <a:spcPct val="0"/>
        </a:spcBef>
        <a:spcAft>
          <a:spcPct val="0"/>
        </a:spcAft>
        <a:defRPr sz="500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528638" rtl="0" eaLnBrk="0" fontAlgn="base" hangingPunct="0">
        <a:spcBef>
          <a:spcPct val="0"/>
        </a:spcBef>
        <a:spcAft>
          <a:spcPct val="0"/>
        </a:spcAft>
        <a:defRPr sz="500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528638" rtl="0" eaLnBrk="0" fontAlgn="base" hangingPunct="0">
        <a:spcBef>
          <a:spcPct val="0"/>
        </a:spcBef>
        <a:spcAft>
          <a:spcPct val="0"/>
        </a:spcAft>
        <a:defRPr sz="500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323195" algn="ctr" defTabSz="52968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 Black" charset="0"/>
        </a:defRPr>
      </a:lvl6pPr>
      <a:lvl7pPr marL="646389" algn="ctr" defTabSz="52968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 Black" charset="0"/>
        </a:defRPr>
      </a:lvl7pPr>
      <a:lvl8pPr marL="969584" algn="ctr" defTabSz="52968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 Black" charset="0"/>
        </a:defRPr>
      </a:lvl8pPr>
      <a:lvl9pPr marL="1292779" algn="ctr" defTabSz="52968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 Black" charset="0"/>
        </a:defRPr>
      </a:lvl9pPr>
    </p:titleStyle>
    <p:bodyStyle>
      <a:lvl1pPr marL="198438" indent="-198438" algn="l" defTabSz="528638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428625" indent="-163513" algn="l" defTabSz="528638" rtl="0" eaLnBrk="0" fontAlgn="base" hangingPunct="0">
        <a:spcBef>
          <a:spcPct val="20000"/>
        </a:spcBef>
        <a:spcAft>
          <a:spcPct val="0"/>
        </a:spcAft>
        <a:buChar char="–"/>
        <a:defRPr sz="1700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661988" indent="-133350" algn="l" defTabSz="528638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927100" indent="-131763" algn="l" defTabSz="528638" rtl="0" eaLnBrk="0" fontAlgn="base" hangingPunct="0">
        <a:spcBef>
          <a:spcPct val="20000"/>
        </a:spcBef>
        <a:spcAft>
          <a:spcPct val="0"/>
        </a:spcAft>
        <a:buChar char="–"/>
        <a:defRPr sz="11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192213" indent="-131763" algn="l" defTabSz="528638" rtl="0" eaLnBrk="0" fontAlgn="base" hangingPunct="0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1516098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6pPr>
      <a:lvl7pPr marL="1839292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7pPr>
      <a:lvl8pPr marL="2162487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8pPr>
      <a:lvl9pPr marL="2485682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3195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6389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9584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92779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15973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39168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62363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5557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E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4D7EA70-59E1-F546-8170-6466530E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6800" cy="38719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DA0C8E3-F0AC-DE4D-A4CA-B4589731B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4419600"/>
            <a:ext cx="20643850" cy="2520156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3076" name="Rectangle 6">
            <a:extLst>
              <a:ext uri="{FF2B5EF4-FFF2-40B4-BE49-F238E27FC236}">
                <a16:creationId xmlns:a16="http://schemas.microsoft.com/office/drawing/2014/main" id="{E280D14C-24A5-471A-915F-021C5B8DE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171575"/>
            <a:ext cx="20427950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2916" tIns="26453" rIns="52916" bIns="264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7" name="Rectangle 7">
            <a:extLst>
              <a:ext uri="{FF2B5EF4-FFF2-40B4-BE49-F238E27FC236}">
                <a16:creationId xmlns:a16="http://schemas.microsoft.com/office/drawing/2014/main" id="{13C6A44B-7800-4E83-C80E-92A6291DD7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8138" y="4419600"/>
            <a:ext cx="20558125" cy="2520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64625" tIns="264625" rIns="264625" bIns="2646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3078" name="Rectangle 8">
            <a:extLst>
              <a:ext uri="{FF2B5EF4-FFF2-40B4-BE49-F238E27FC236}">
                <a16:creationId xmlns:a16="http://schemas.microsoft.com/office/drawing/2014/main" id="{90C687F2-8205-4745-8BD2-E06A32BB8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6800" cy="302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639" tIns="32319" rIns="64639" bIns="32319" anchor="ctr"/>
          <a:lstStyle>
            <a:lvl1pPr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 eaLnBrk="0" hangingPunct="0"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3079" name="Text Box 14">
            <a:extLst>
              <a:ext uri="{FF2B5EF4-FFF2-40B4-BE49-F238E27FC236}">
                <a16:creationId xmlns:a16="http://schemas.microsoft.com/office/drawing/2014/main" id="{7543F852-4C4C-294F-A224-DC0BD007D4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8138" y="29884688"/>
            <a:ext cx="2336800" cy="11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60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ctr" defTabSz="528638" rtl="0" eaLnBrk="0" fontAlgn="base" hangingPunct="0">
        <a:spcBef>
          <a:spcPct val="0"/>
        </a:spcBef>
        <a:spcAft>
          <a:spcPct val="0"/>
        </a:spcAft>
        <a:defRPr sz="50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528638" rtl="0" eaLnBrk="0" fontAlgn="base" hangingPunct="0">
        <a:spcBef>
          <a:spcPct val="0"/>
        </a:spcBef>
        <a:spcAft>
          <a:spcPct val="0"/>
        </a:spcAft>
        <a:defRPr sz="500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528638" rtl="0" eaLnBrk="0" fontAlgn="base" hangingPunct="0">
        <a:spcBef>
          <a:spcPct val="0"/>
        </a:spcBef>
        <a:spcAft>
          <a:spcPct val="0"/>
        </a:spcAft>
        <a:defRPr sz="500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528638" rtl="0" eaLnBrk="0" fontAlgn="base" hangingPunct="0">
        <a:spcBef>
          <a:spcPct val="0"/>
        </a:spcBef>
        <a:spcAft>
          <a:spcPct val="0"/>
        </a:spcAft>
        <a:defRPr sz="500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528638" rtl="0" eaLnBrk="0" fontAlgn="base" hangingPunct="0">
        <a:spcBef>
          <a:spcPct val="0"/>
        </a:spcBef>
        <a:spcAft>
          <a:spcPct val="0"/>
        </a:spcAft>
        <a:defRPr sz="500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323195" algn="ctr" defTabSz="52968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 Black" charset="0"/>
        </a:defRPr>
      </a:lvl6pPr>
      <a:lvl7pPr marL="646389" algn="ctr" defTabSz="52968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 Black" charset="0"/>
        </a:defRPr>
      </a:lvl7pPr>
      <a:lvl8pPr marL="969584" algn="ctr" defTabSz="52968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 Black" charset="0"/>
        </a:defRPr>
      </a:lvl8pPr>
      <a:lvl9pPr marL="1292779" algn="ctr" defTabSz="52968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 Black" charset="0"/>
        </a:defRPr>
      </a:lvl9pPr>
    </p:titleStyle>
    <p:bodyStyle>
      <a:lvl1pPr marL="198438" indent="-198438" algn="l" defTabSz="528638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428625" indent="-163513" algn="l" defTabSz="528638" rtl="0" eaLnBrk="0" fontAlgn="base" hangingPunct="0">
        <a:spcBef>
          <a:spcPct val="20000"/>
        </a:spcBef>
        <a:spcAft>
          <a:spcPct val="0"/>
        </a:spcAft>
        <a:buChar char="–"/>
        <a:defRPr sz="1700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661988" indent="-133350" algn="l" defTabSz="528638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927100" indent="-131763" algn="l" defTabSz="528638" rtl="0" eaLnBrk="0" fontAlgn="base" hangingPunct="0">
        <a:spcBef>
          <a:spcPct val="20000"/>
        </a:spcBef>
        <a:spcAft>
          <a:spcPct val="0"/>
        </a:spcAft>
        <a:buChar char="–"/>
        <a:defRPr sz="11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192213" indent="-131763" algn="l" defTabSz="528638" rtl="0" eaLnBrk="0" fontAlgn="base" hangingPunct="0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1516098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6pPr>
      <a:lvl7pPr marL="1839292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7pPr>
      <a:lvl8pPr marL="2162487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8pPr>
      <a:lvl9pPr marL="2485682" indent="-132420" algn="l" defTabSz="529680" rtl="0" fontAlgn="base">
        <a:spcBef>
          <a:spcPct val="20000"/>
        </a:spcBef>
        <a:spcAft>
          <a:spcPct val="0"/>
        </a:spcAft>
        <a:buChar char="»"/>
        <a:defRPr sz="11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3195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6389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9584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92779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15973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39168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62363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5557" algn="l" defTabSz="3231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18" Type="http://schemas.openxmlformats.org/officeDocument/2006/relationships/image" Target="../media/image12.jpe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5.e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24" Type="http://schemas.openxmlformats.org/officeDocument/2006/relationships/image" Target="../media/image18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10" Type="http://schemas.openxmlformats.org/officeDocument/2006/relationships/image" Target="../media/image5.png"/><Relationship Id="rId19" Type="http://schemas.openxmlformats.org/officeDocument/2006/relationships/image" Target="../media/image13.jpe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4" Type="http://schemas.openxmlformats.org/officeDocument/2006/relationships/oleObject" Target="../embeddings/oleObject4.bin"/><Relationship Id="rId22" Type="http://schemas.openxmlformats.org/officeDocument/2006/relationships/image" Target="../media/image16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>
            <a:extLst>
              <a:ext uri="{FF2B5EF4-FFF2-40B4-BE49-F238E27FC236}">
                <a16:creationId xmlns:a16="http://schemas.microsoft.com/office/drawing/2014/main" id="{960833A9-CBF6-E78B-8B3D-974436933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0" y="1712913"/>
            <a:ext cx="15919450" cy="1853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03" tIns="26447" rIns="52903" bIns="26447">
            <a:spAutoFit/>
          </a:bodyPr>
          <a:lstStyle>
            <a:lvl1pPr defTabSz="528638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528638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528638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528638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528638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5286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5286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5286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5286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tr-TR" altLang="en-US" sz="5400" dirty="0">
                <a:solidFill>
                  <a:schemeClr val="bg1"/>
                </a:solidFill>
                <a:latin typeface="Arial Black" panose="020B0604020202020204" pitchFamily="34" charset="0"/>
              </a:rPr>
              <a:t>Proje Konu Başlığı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3600" b="1" dirty="0">
                <a:solidFill>
                  <a:schemeClr val="bg1"/>
                </a:solidFill>
              </a:rPr>
              <a:t>Yazarın Adı SOYADI</a:t>
            </a:r>
          </a:p>
        </p:txBody>
      </p:sp>
      <p:sp>
        <p:nvSpPr>
          <p:cNvPr id="6147" name="Text Box 471">
            <a:extLst>
              <a:ext uri="{FF2B5EF4-FFF2-40B4-BE49-F238E27FC236}">
                <a16:creationId xmlns:a16="http://schemas.microsoft.com/office/drawing/2014/main" id="{0A42106D-1E2C-373A-44D3-118530DFB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19600"/>
            <a:ext cx="6584950" cy="44608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en-US" sz="2500" b="1" dirty="0">
                <a:solidFill>
                  <a:schemeClr val="bg1"/>
                </a:solidFill>
                <a:latin typeface="Arial Narrow" panose="020B0604020202020204" pitchFamily="34" charset="0"/>
              </a:rPr>
              <a:t>Özet</a:t>
            </a:r>
          </a:p>
        </p:txBody>
      </p:sp>
      <p:sp>
        <p:nvSpPr>
          <p:cNvPr id="6148" name="Text Box 472">
            <a:extLst>
              <a:ext uri="{FF2B5EF4-FFF2-40B4-BE49-F238E27FC236}">
                <a16:creationId xmlns:a16="http://schemas.microsoft.com/office/drawing/2014/main" id="{57209751-B358-D937-C9D0-5F3F26849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4887913"/>
            <a:ext cx="6581775" cy="8660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5084" tIns="265084" rIns="265084" bIns="265084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+mn-lt"/>
                <a:cs typeface="Arial" panose="020B0604020202020204" pitchFamily="34" charset="0"/>
              </a:rPr>
              <a:t>Poster</a:t>
            </a:r>
            <a:r>
              <a:rPr lang="tr-TR" altLang="en-US" sz="18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tr-TR" altLang="en-US" sz="1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A1 ebadında </a:t>
            </a:r>
            <a:r>
              <a:rPr lang="tr-TR" altLang="en-US" sz="1800" dirty="0">
                <a:latin typeface="+mn-lt"/>
                <a:cs typeface="Arial" panose="020B0604020202020204" pitchFamily="34" charset="0"/>
              </a:rPr>
              <a:t>(594 x 841mm) olmalı ve </a:t>
            </a:r>
            <a:r>
              <a:rPr lang="tr-TR" altLang="en-US" sz="1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Dikey yönde </a:t>
            </a:r>
            <a:r>
              <a:rPr lang="tr-TR" altLang="en-US" sz="1800" dirty="0">
                <a:latin typeface="+mn-lt"/>
                <a:cs typeface="Arial" panose="020B0604020202020204" pitchFamily="34" charset="0"/>
              </a:rPr>
              <a:t>hazırlanmalıdır.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+mn-lt"/>
                <a:cs typeface="Arial" panose="020B0604020202020204" pitchFamily="34" charset="0"/>
              </a:rPr>
              <a:t>Posterlerin benzer yapıda olması zorunludur.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tr-TR" altLang="en-US" sz="18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+mn-lt"/>
                <a:cs typeface="Arial" panose="020B0604020202020204" pitchFamily="34" charset="0"/>
              </a:rPr>
              <a:t>Posterinizin ÖZETİ burada yer almalıdır. Bu şablonun kullanılması ile daha okunabilir ve temsili uygun poster hazırlanabilir.</a:t>
            </a:r>
            <a:br>
              <a:rPr lang="tr-TR" altLang="en-US" sz="1800" dirty="0">
                <a:latin typeface="+mn-lt"/>
                <a:cs typeface="Arial" panose="020B0604020202020204" pitchFamily="34" charset="0"/>
              </a:rPr>
            </a:br>
            <a:br>
              <a:rPr lang="tr-TR" altLang="en-US" sz="1800" dirty="0">
                <a:latin typeface="+mn-lt"/>
                <a:cs typeface="Arial" panose="020B0604020202020204" pitchFamily="34" charset="0"/>
              </a:rPr>
            </a:br>
            <a:r>
              <a:rPr lang="tr-TR" altLang="en-US" sz="2000" dirty="0">
                <a:latin typeface="+mn-lt"/>
                <a:cs typeface="Arial" panose="020B0604020202020204" pitchFamily="34" charset="0"/>
              </a:rPr>
              <a:t>Yazı Tipi </a:t>
            </a:r>
            <a:r>
              <a:rPr lang="tr-TR" altLang="en-US" sz="2000" b="1" dirty="0" err="1">
                <a:latin typeface="+mn-lt"/>
                <a:cs typeface="Arial" panose="020B0604020202020204" pitchFamily="34" charset="0"/>
              </a:rPr>
              <a:t>Arial</a:t>
            </a:r>
            <a:r>
              <a:rPr lang="tr-TR" altLang="en-US" sz="2000" dirty="0">
                <a:latin typeface="+mn-lt"/>
                <a:cs typeface="Arial" panose="020B0604020202020204" pitchFamily="34" charset="0"/>
              </a:rPr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000" dirty="0">
                <a:latin typeface="+mn-lt"/>
                <a:cs typeface="Arial" panose="020B0604020202020204" pitchFamily="34" charset="0"/>
              </a:rPr>
              <a:t>Yazı Tipi Boyutu </a:t>
            </a:r>
            <a:r>
              <a:rPr lang="tr-TR" altLang="en-US" sz="3600" dirty="0">
                <a:latin typeface="+mn-lt"/>
                <a:cs typeface="Arial" panose="020B0604020202020204" pitchFamily="34" charset="0"/>
              </a:rPr>
              <a:t>okunacak boyutta </a:t>
            </a:r>
            <a:r>
              <a:rPr lang="tr-TR" altLang="en-US" sz="2000" dirty="0">
                <a:latin typeface="+mn-lt"/>
                <a:cs typeface="Arial" panose="020B0604020202020204" pitchFamily="34" charset="0"/>
              </a:rPr>
              <a:t>olmalıdır.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000" dirty="0">
                <a:latin typeface="+mn-lt"/>
                <a:cs typeface="Arial" panose="020B0604020202020204" pitchFamily="34" charset="0"/>
              </a:rPr>
              <a:t>Yazı Tipi Rengi </a:t>
            </a:r>
            <a:r>
              <a:rPr lang="tr-TR" altLang="en-US" sz="2000" b="1" dirty="0">
                <a:latin typeface="+mn-lt"/>
                <a:cs typeface="Arial" panose="020B0604020202020204" pitchFamily="34" charset="0"/>
              </a:rPr>
              <a:t>Siyah</a:t>
            </a:r>
            <a:r>
              <a:rPr lang="tr-TR" altLang="en-US" sz="2000" dirty="0">
                <a:latin typeface="+mn-lt"/>
                <a:cs typeface="Arial" panose="020B0604020202020204" pitchFamily="34" charset="0"/>
              </a:rPr>
              <a:t> kullanılarak yazılmalıdır.</a:t>
            </a:r>
            <a:endParaRPr lang="en-US" altLang="en-US" sz="2000" b="1" dirty="0">
              <a:latin typeface="+mn-lt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+mn-lt"/>
                <a:cs typeface="Arial" panose="020B0604020202020204" pitchFamily="34" charset="0"/>
              </a:rPr>
              <a:t>Poster özelliklerinde belirtilen renkler ve kurallar yerine getirilmesi koşuluyla eklenecek tablo, grafik ve resim serbesttir.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tr-TR" altLang="en-US" sz="1800" dirty="0">
              <a:latin typeface="+mn-lt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+mn-lt"/>
                <a:cs typeface="Arial" panose="020B0604020202020204" pitchFamily="34" charset="0"/>
              </a:rPr>
              <a:t>Bu poster örnek olarak sunulmuştur, bölmeler, içerik yazı stili ve büyüklükleri istenildiği şekilde değiştirilebilir.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tr-TR" altLang="en-US" sz="1800" dirty="0">
              <a:latin typeface="+mn-lt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+mn-lt"/>
                <a:cs typeface="Arial" panose="020B0604020202020204" pitchFamily="34" charset="0"/>
              </a:rPr>
              <a:t>Poster içeriğine örnek olarak projenin genel içeriği, teknik bilgileri, hangi amaçla geliştirildiği, hangi ihtiyaçları karşıladığı, esinlenilen ve faydalanılan kaynaklar</a:t>
            </a:r>
            <a:r>
              <a:rPr lang="tr-TR" alt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, resim fotoğraf, formül ve ilgi çekici grafikler yanında; projenin yenilikçi yanları, Bilimsel Yöntem Tasarım, Sektöre ve  Ülke Ekonomisine Katkısı, uygulanabilirliği gibi bilgiler, katılımcıların projeyi anlaması ve değerlendirmesi için faydalı olacaktır.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tr-TR" altLang="en-US" sz="1800" dirty="0">
              <a:solidFill>
                <a:schemeClr val="tx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Arial Narrow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9" name="Text Box 473">
            <a:extLst>
              <a:ext uri="{FF2B5EF4-FFF2-40B4-BE49-F238E27FC236}">
                <a16:creationId xmlns:a16="http://schemas.microsoft.com/office/drawing/2014/main" id="{6BABBFD5-1F2E-67D2-1AD5-1002123C1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806363"/>
            <a:ext cx="6584950" cy="4445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en-US" sz="2500" b="1" dirty="0">
                <a:solidFill>
                  <a:schemeClr val="bg1"/>
                </a:solidFill>
                <a:latin typeface="Arial Narrow" panose="020B0604020202020204" pitchFamily="34" charset="0"/>
              </a:rPr>
              <a:t>Poster Şablonu</a:t>
            </a:r>
          </a:p>
        </p:txBody>
      </p:sp>
      <p:sp>
        <p:nvSpPr>
          <p:cNvPr id="6150" name="Text Box 479">
            <a:extLst>
              <a:ext uri="{FF2B5EF4-FFF2-40B4-BE49-F238E27FC236}">
                <a16:creationId xmlns:a16="http://schemas.microsoft.com/office/drawing/2014/main" id="{62EB9CDE-1627-5973-881A-A942C5533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21832888"/>
            <a:ext cx="1133475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800">
                <a:solidFill>
                  <a:srgbClr val="1BADCF"/>
                </a:solidFill>
                <a:latin typeface="Arial Narrow" panose="020B0604020202020204" pitchFamily="34" charset="0"/>
              </a:rPr>
              <a:t>Şekil 1</a:t>
            </a:r>
          </a:p>
        </p:txBody>
      </p:sp>
      <p:sp>
        <p:nvSpPr>
          <p:cNvPr id="6151" name="Text Box 482">
            <a:extLst>
              <a:ext uri="{FF2B5EF4-FFF2-40B4-BE49-F238E27FC236}">
                <a16:creationId xmlns:a16="http://schemas.microsoft.com/office/drawing/2014/main" id="{82D52BBA-20F5-EB62-B1C8-CB215FDAF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21861463"/>
            <a:ext cx="11350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800">
                <a:solidFill>
                  <a:srgbClr val="1BADCF"/>
                </a:solidFill>
                <a:latin typeface="Arial Narrow" panose="020B0604020202020204" pitchFamily="34" charset="0"/>
              </a:rPr>
              <a:t>Şekill 2</a:t>
            </a:r>
          </a:p>
        </p:txBody>
      </p:sp>
      <p:graphicFrame>
        <p:nvGraphicFramePr>
          <p:cNvPr id="6152" name="Object 3">
            <a:extLst>
              <a:ext uri="{FF2B5EF4-FFF2-40B4-BE49-F238E27FC236}">
                <a16:creationId xmlns:a16="http://schemas.microsoft.com/office/drawing/2014/main" id="{A4E440DD-A92F-DD6C-B38D-C671E8C6D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715937"/>
              </p:ext>
            </p:extLst>
          </p:nvPr>
        </p:nvGraphicFramePr>
        <p:xfrm>
          <a:off x="4705350" y="20816888"/>
          <a:ext cx="143351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3898900" imgH="787400" progId="Photoshop.Image.7">
                  <p:embed/>
                </p:oleObj>
              </mc:Choice>
              <mc:Fallback>
                <p:oleObj name="Image" r:id="rId3" imgW="3898900" imgH="787400" progId="Photoshop.Image.7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contrast="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20816888"/>
                        <a:ext cx="143351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3" name="Group 485">
            <a:extLst>
              <a:ext uri="{FF2B5EF4-FFF2-40B4-BE49-F238E27FC236}">
                <a16:creationId xmlns:a16="http://schemas.microsoft.com/office/drawing/2014/main" id="{07CB82FC-F92A-BC24-D8E4-52DE38EF71C5}"/>
              </a:ext>
            </a:extLst>
          </p:cNvPr>
          <p:cNvGrpSpPr>
            <a:grpSpLocks/>
          </p:cNvGrpSpPr>
          <p:nvPr/>
        </p:nvGrpSpPr>
        <p:grpSpPr bwMode="auto">
          <a:xfrm>
            <a:off x="4705350" y="20196175"/>
            <a:ext cx="1433513" cy="1711325"/>
            <a:chOff x="4801" y="15623"/>
            <a:chExt cx="1631" cy="1198"/>
          </a:xfrm>
        </p:grpSpPr>
        <p:graphicFrame>
          <p:nvGraphicFramePr>
            <p:cNvPr id="6235" name="Object 4">
              <a:extLst>
                <a:ext uri="{FF2B5EF4-FFF2-40B4-BE49-F238E27FC236}">
                  <a16:creationId xmlns:a16="http://schemas.microsoft.com/office/drawing/2014/main" id="{77160444-ADF6-C439-9C55-5BF320A9C5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3654021"/>
                </p:ext>
              </p:extLst>
            </p:nvPr>
          </p:nvGraphicFramePr>
          <p:xfrm>
            <a:off x="4801" y="15623"/>
            <a:ext cx="1631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5" imgW="3898900" imgH="787400" progId="Photoshop.Image.7">
                    <p:embed/>
                  </p:oleObj>
                </mc:Choice>
                <mc:Fallback>
                  <p:oleObj name="Image" r:id="rId5" imgW="3898900" imgH="787400" progId="Photoshop.Image.7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contrast="3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1" y="15623"/>
                          <a:ext cx="1631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36" name="Object 5">
              <a:extLst>
                <a:ext uri="{FF2B5EF4-FFF2-40B4-BE49-F238E27FC236}">
                  <a16:creationId xmlns:a16="http://schemas.microsoft.com/office/drawing/2014/main" id="{E7079981-9D8A-566E-152C-E74BF9F0CE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1" y="16492"/>
            <a:ext cx="1631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7" imgW="3898900" imgH="787400" progId="Photoshop.Image.7">
                    <p:embed/>
                  </p:oleObj>
                </mc:Choice>
                <mc:Fallback>
                  <p:oleObj name="Image" r:id="rId7" imgW="3898900" imgH="787400" progId="Photoshop.Image.7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contrast="3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1" y="16492"/>
                          <a:ext cx="1631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4" name="Text Box 488">
            <a:extLst>
              <a:ext uri="{FF2B5EF4-FFF2-40B4-BE49-F238E27FC236}">
                <a16:creationId xmlns:a16="http://schemas.microsoft.com/office/drawing/2014/main" id="{5F9E6DFC-91C9-825D-3001-5FBE4B7EC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5350" y="21926550"/>
            <a:ext cx="14335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800">
                <a:solidFill>
                  <a:srgbClr val="1BADCF"/>
                </a:solidFill>
                <a:latin typeface="Arial Narrow" panose="020B0604020202020204" pitchFamily="34" charset="0"/>
              </a:rPr>
              <a:t>Şekil  3</a:t>
            </a:r>
          </a:p>
        </p:txBody>
      </p:sp>
      <p:sp>
        <p:nvSpPr>
          <p:cNvPr id="6155" name="Text Box 489">
            <a:extLst>
              <a:ext uri="{FF2B5EF4-FFF2-40B4-BE49-F238E27FC236}">
                <a16:creationId xmlns:a16="http://schemas.microsoft.com/office/drawing/2014/main" id="{C2B91A2B-98D2-DB0D-5978-0765AB76B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20226338"/>
            <a:ext cx="106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600">
                <a:solidFill>
                  <a:srgbClr val="009900"/>
                </a:solidFill>
                <a:latin typeface="Arial Narrow" panose="020B0604020202020204" pitchFamily="34" charset="0"/>
              </a:rPr>
              <a:t>A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600">
              <a:solidFill>
                <a:srgbClr val="009900"/>
              </a:solidFill>
              <a:latin typeface="Arial Narrow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600">
                <a:solidFill>
                  <a:srgbClr val="009900"/>
                </a:solidFill>
                <a:latin typeface="Arial Narrow" panose="020B0604020202020204" pitchFamily="34" charset="0"/>
              </a:rPr>
              <a:t>B</a:t>
            </a:r>
          </a:p>
        </p:txBody>
      </p:sp>
      <p:sp>
        <p:nvSpPr>
          <p:cNvPr id="6156" name="Text Box 490">
            <a:extLst>
              <a:ext uri="{FF2B5EF4-FFF2-40B4-BE49-F238E27FC236}">
                <a16:creationId xmlns:a16="http://schemas.microsoft.com/office/drawing/2014/main" id="{062BA4C2-1F01-5850-A4E9-C911FE59B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690138"/>
            <a:ext cx="6580188" cy="44608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en-US" sz="2500" b="1">
                <a:solidFill>
                  <a:srgbClr val="F8F8F8"/>
                </a:solidFill>
                <a:latin typeface="Arial Narrow" panose="020B0604020202020204" pitchFamily="34" charset="0"/>
              </a:rPr>
              <a:t>Yazı boyutları</a:t>
            </a:r>
          </a:p>
        </p:txBody>
      </p:sp>
      <p:sp>
        <p:nvSpPr>
          <p:cNvPr id="6157" name="Text Box 491">
            <a:extLst>
              <a:ext uri="{FF2B5EF4-FFF2-40B4-BE49-F238E27FC236}">
                <a16:creationId xmlns:a16="http://schemas.microsoft.com/office/drawing/2014/main" id="{65C5BBAF-3891-0C11-BC79-A262DC6B7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3131463"/>
            <a:ext cx="6580188" cy="247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5084" tIns="265084" rIns="265084" bIns="265084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Arial Narrow" panose="020B0604020202020204" pitchFamily="34" charset="0"/>
              </a:rPr>
              <a:t>Poster metni için  </a:t>
            </a:r>
            <a:r>
              <a:rPr lang="tr-TR" altLang="en-US" sz="1800" b="1" dirty="0" err="1">
                <a:latin typeface="Arial Narrow" panose="020B0604020202020204" pitchFamily="34" charset="0"/>
              </a:rPr>
              <a:t>Arial</a:t>
            </a:r>
            <a:r>
              <a:rPr lang="tr-TR" altLang="en-US" sz="1800" b="1" dirty="0">
                <a:latin typeface="Arial Narrow" panose="020B0604020202020204" pitchFamily="34" charset="0"/>
              </a:rPr>
              <a:t> font </a:t>
            </a:r>
            <a:r>
              <a:rPr lang="tr-TR" altLang="en-US" sz="1800" dirty="0">
                <a:latin typeface="Arial Narrow" panose="020B0604020202020204" pitchFamily="34" charset="0"/>
              </a:rPr>
              <a:t>önerilmektedir.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br>
              <a:rPr lang="tr-TR" altLang="en-US" sz="1800" dirty="0">
                <a:latin typeface="Arial Narrow" panose="020B0604020202020204" pitchFamily="34" charset="0"/>
              </a:rPr>
            </a:br>
            <a:r>
              <a:rPr lang="tr-TR" altLang="en-US" sz="1800" dirty="0">
                <a:latin typeface="Arial Narrow" panose="020B0604020202020204" pitchFamily="34" charset="0"/>
              </a:rPr>
              <a:t>PowerPoint poster şablonundaki yazı boyutları</a:t>
            </a:r>
            <a:r>
              <a:rPr lang="tr-TR" altLang="ja-JP" sz="1800" dirty="0">
                <a:latin typeface="Arial Narrow" panose="020B0604020202020204" pitchFamily="34" charset="0"/>
              </a:rPr>
              <a:t>, çıktının yarısı boyutunda kabul edilebilir.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tr-TR" altLang="ja-JP" sz="1800" dirty="0">
              <a:latin typeface="Arial Narrow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ja-JP" sz="1800" dirty="0">
                <a:latin typeface="Arial Narrow" panose="020B0604020202020204" pitchFamily="34" charset="0"/>
              </a:rPr>
              <a:t>Aşağıdaki şekildeki gibi örneğin; 21 nokta boyutlu yazı kullanılırsa, gerçek boyutu 42  nokta boyutlu olur. (%100 ve %200 için)</a:t>
            </a:r>
            <a:endParaRPr lang="tr-TR" altLang="en-US" sz="1800" dirty="0">
              <a:latin typeface="Arial Narrow" panose="020B0604020202020204" pitchFamily="34" charset="0"/>
            </a:endParaRPr>
          </a:p>
        </p:txBody>
      </p:sp>
      <p:grpSp>
        <p:nvGrpSpPr>
          <p:cNvPr id="6158" name="Group 492">
            <a:extLst>
              <a:ext uri="{FF2B5EF4-FFF2-40B4-BE49-F238E27FC236}">
                <a16:creationId xmlns:a16="http://schemas.microsoft.com/office/drawing/2014/main" id="{8B2AE866-745C-83CC-4E1E-95189D3B2675}"/>
              </a:ext>
            </a:extLst>
          </p:cNvPr>
          <p:cNvGrpSpPr>
            <a:grpSpLocks/>
          </p:cNvGrpSpPr>
          <p:nvPr/>
        </p:nvGrpSpPr>
        <p:grpSpPr bwMode="auto">
          <a:xfrm>
            <a:off x="2951798" y="25801221"/>
            <a:ext cx="3152775" cy="1957388"/>
            <a:chOff x="6494" y="4863"/>
            <a:chExt cx="2594" cy="1136"/>
          </a:xfrm>
        </p:grpSpPr>
        <p:pic>
          <p:nvPicPr>
            <p:cNvPr id="6233" name="Picture 493" descr="TextRuler">
              <a:extLst>
                <a:ext uri="{FF2B5EF4-FFF2-40B4-BE49-F238E27FC236}">
                  <a16:creationId xmlns:a16="http://schemas.microsoft.com/office/drawing/2014/main" id="{8A6B2270-0281-C5C4-0977-43405B9A9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4" y="4863"/>
              <a:ext cx="2594" cy="1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34" name="Text Box 494">
              <a:extLst>
                <a:ext uri="{FF2B5EF4-FFF2-40B4-BE49-F238E27FC236}">
                  <a16:creationId xmlns:a16="http://schemas.microsoft.com/office/drawing/2014/main" id="{86F17EA2-FDA2-CFC3-C750-9AE9AC087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4" y="5910"/>
              <a:ext cx="2594" cy="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2571750">
                <a:spcBef>
                  <a:spcPct val="20000"/>
                </a:spcBef>
                <a:buChar char="•"/>
                <a:defRPr sz="1700">
                  <a:solidFill>
                    <a:schemeClr val="tx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2571750">
                <a:spcBef>
                  <a:spcPct val="20000"/>
                </a:spcBef>
                <a:buChar char="–"/>
                <a:defRPr sz="1700">
                  <a:solidFill>
                    <a:schemeClr val="tx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257175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2571750">
                <a:spcBef>
                  <a:spcPct val="20000"/>
                </a:spcBef>
                <a:buChar char="–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2571750">
                <a:spcBef>
                  <a:spcPct val="20000"/>
                </a:spcBef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25717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25717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25717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25717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000">
                  <a:solidFill>
                    <a:srgbClr val="1BADCF"/>
                  </a:solidFill>
                  <a:latin typeface="Arial Narrow" panose="020B0604020202020204" pitchFamily="34" charset="0"/>
                </a:rPr>
                <a:t>Şekil 4</a:t>
              </a:r>
            </a:p>
          </p:txBody>
        </p:sp>
      </p:grpSp>
      <p:sp>
        <p:nvSpPr>
          <p:cNvPr id="6159" name="Text Box 495">
            <a:extLst>
              <a:ext uri="{FF2B5EF4-FFF2-40B4-BE49-F238E27FC236}">
                <a16:creationId xmlns:a16="http://schemas.microsoft.com/office/drawing/2014/main" id="{95BEA437-0348-0E85-3CA2-20B28C6AC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4419600"/>
            <a:ext cx="6583363" cy="44608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en-US" sz="2500" b="1">
                <a:solidFill>
                  <a:schemeClr val="bg1"/>
                </a:solidFill>
                <a:latin typeface="Arial Narrow" panose="020B0604020202020204" pitchFamily="34" charset="0"/>
              </a:rPr>
              <a:t>Şablon Sütunları</a:t>
            </a:r>
          </a:p>
        </p:txBody>
      </p:sp>
      <p:sp>
        <p:nvSpPr>
          <p:cNvPr id="6160" name="Text Box 496">
            <a:extLst>
              <a:ext uri="{FF2B5EF4-FFF2-40B4-BE49-F238E27FC236}">
                <a16:creationId xmlns:a16="http://schemas.microsoft.com/office/drawing/2014/main" id="{762B0F25-A396-176D-AE37-1E364CBE5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4887913"/>
            <a:ext cx="6583363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5084" tIns="265084" rIns="265084" bIns="265084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Arial Narrow" panose="020B0604020202020204" pitchFamily="34" charset="0"/>
              </a:rPr>
              <a:t>Konunun içeriğine göre posterin şablonu değiştirilebilir.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tr-TR" altLang="en-US" sz="1800" dirty="0">
              <a:latin typeface="Arial Narrow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Arial Narrow" panose="020B0604020202020204" pitchFamily="34" charset="0"/>
              </a:rPr>
              <a:t>Powerpoint’te </a:t>
            </a:r>
            <a:r>
              <a:rPr lang="tr-TR" altLang="en-US" sz="1800" b="1" dirty="0">
                <a:latin typeface="Arial Narrow" panose="020B0604020202020204" pitchFamily="34" charset="0"/>
              </a:rPr>
              <a:t>Design/Tasarım tab </a:t>
            </a:r>
            <a:r>
              <a:rPr lang="tr-TR" altLang="en-US" sz="1800" dirty="0" err="1">
                <a:latin typeface="Arial Narrow" panose="020B0604020202020204" pitchFamily="34" charset="0"/>
              </a:rPr>
              <a:t>şeçilerek</a:t>
            </a:r>
            <a:r>
              <a:rPr lang="tr-TR" altLang="en-US" sz="1800" dirty="0">
                <a:latin typeface="Arial Narrow" panose="020B0604020202020204" pitchFamily="34" charset="0"/>
              </a:rPr>
              <a:t>, aşağıdaki şekildeki gibi gerekirse alternatif tasarım kullanılabilir.</a:t>
            </a:r>
            <a:br>
              <a:rPr lang="tr-TR" altLang="en-US" sz="1800" dirty="0">
                <a:latin typeface="Arial Narrow" panose="020B0604020202020204" pitchFamily="34" charset="0"/>
              </a:rPr>
            </a:br>
            <a:endParaRPr lang="tr-TR" altLang="en-US" sz="1800" dirty="0">
              <a:latin typeface="Arial Narrow" panose="020B0604020202020204" pitchFamily="34" charset="0"/>
            </a:endParaRPr>
          </a:p>
        </p:txBody>
      </p:sp>
      <p:sp>
        <p:nvSpPr>
          <p:cNvPr id="6161" name="Text Box 500">
            <a:extLst>
              <a:ext uri="{FF2B5EF4-FFF2-40B4-BE49-F238E27FC236}">
                <a16:creationId xmlns:a16="http://schemas.microsoft.com/office/drawing/2014/main" id="{C177B922-FD1B-42F3-2E3F-00B30FF51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75" y="8577263"/>
            <a:ext cx="796925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25717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25717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25717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25717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25717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>
                <a:solidFill>
                  <a:srgbClr val="1BADCF"/>
                </a:solidFill>
                <a:latin typeface="Arial Narrow" panose="020B0604020202020204" pitchFamily="34" charset="0"/>
              </a:rPr>
              <a:t>Şekil 5</a:t>
            </a:r>
          </a:p>
        </p:txBody>
      </p:sp>
      <p:sp>
        <p:nvSpPr>
          <p:cNvPr id="6162" name="Text Box 502">
            <a:extLst>
              <a:ext uri="{FF2B5EF4-FFF2-40B4-BE49-F238E27FC236}">
                <a16:creationId xmlns:a16="http://schemas.microsoft.com/office/drawing/2014/main" id="{50C86C84-3C0A-AAEF-5CCD-EBF3170DA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9066213"/>
            <a:ext cx="6583363" cy="44608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en-US" sz="2500" b="1" dirty="0">
                <a:solidFill>
                  <a:schemeClr val="bg1"/>
                </a:solidFill>
                <a:latin typeface="Arial Narrow" panose="020B0604020202020204" pitchFamily="34" charset="0"/>
              </a:rPr>
              <a:t>Şablon Renk Şemalarının Değiştirilmesi</a:t>
            </a:r>
          </a:p>
        </p:txBody>
      </p:sp>
      <p:sp>
        <p:nvSpPr>
          <p:cNvPr id="6163" name="Text Box 503">
            <a:extLst>
              <a:ext uri="{FF2B5EF4-FFF2-40B4-BE49-F238E27FC236}">
                <a16:creationId xmlns:a16="http://schemas.microsoft.com/office/drawing/2014/main" id="{71B19D5E-AF9B-E1DB-A5C9-A9CA0E8C9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9509125"/>
            <a:ext cx="6583363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5084" tIns="265084" rIns="265084" bIns="265084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>
                <a:latin typeface="Arial Narrow" panose="020B0604020202020204" pitchFamily="34" charset="0"/>
              </a:rPr>
              <a:t>Powerpoint’te </a:t>
            </a:r>
            <a:r>
              <a:rPr lang="tr-TR" altLang="en-US" sz="1800" b="1">
                <a:latin typeface="Arial Narrow" panose="020B0604020202020204" pitchFamily="34" charset="0"/>
              </a:rPr>
              <a:t>Design/Tasarım tab </a:t>
            </a:r>
            <a:r>
              <a:rPr lang="tr-TR" altLang="en-US" sz="1800">
                <a:latin typeface="Arial Narrow" panose="020B0604020202020204" pitchFamily="34" charset="0"/>
              </a:rPr>
              <a:t>şeçilerek,  </a:t>
            </a:r>
            <a:r>
              <a:rPr lang="tr-TR" altLang="en-US" sz="1800" b="1">
                <a:latin typeface="Arial Narrow" panose="020B0604020202020204" pitchFamily="34" charset="0"/>
              </a:rPr>
              <a:t>COLORS drop-down</a:t>
            </a:r>
            <a:r>
              <a:rPr lang="tr-TR" altLang="en-US" sz="1800">
                <a:latin typeface="Arial Narrow" panose="020B0604020202020204" pitchFamily="34" charset="0"/>
              </a:rPr>
              <a:t> menüden farklı renk seçimi yapılabilir.</a:t>
            </a:r>
          </a:p>
        </p:txBody>
      </p:sp>
      <p:sp>
        <p:nvSpPr>
          <p:cNvPr id="6164" name="Text Box 509">
            <a:extLst>
              <a:ext uri="{FF2B5EF4-FFF2-40B4-BE49-F238E27FC236}">
                <a16:creationId xmlns:a16="http://schemas.microsoft.com/office/drawing/2014/main" id="{D29B26D0-9764-65B1-8E9B-1E108B9BC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15686088"/>
            <a:ext cx="6583363" cy="44608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en-US" sz="2500" b="1" dirty="0">
                <a:solidFill>
                  <a:schemeClr val="bg1"/>
                </a:solidFill>
                <a:latin typeface="Arial Narrow" panose="020B0604020202020204" pitchFamily="34" charset="0"/>
              </a:rPr>
              <a:t>Fotoğraf ekleme</a:t>
            </a:r>
          </a:p>
        </p:txBody>
      </p:sp>
      <p:sp>
        <p:nvSpPr>
          <p:cNvPr id="6165" name="Text Box 510">
            <a:extLst>
              <a:ext uri="{FF2B5EF4-FFF2-40B4-BE49-F238E27FC236}">
                <a16:creationId xmlns:a16="http://schemas.microsoft.com/office/drawing/2014/main" id="{B9CBBF17-E9AA-9718-FCD7-14A8B16E1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16132175"/>
            <a:ext cx="6583363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5084" tIns="265084" rIns="265084" bIns="265084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Arial Narrow" panose="020B0604020202020204" pitchFamily="34" charset="0"/>
              </a:rPr>
              <a:t>Resim seçiminde, web resimlerinin kullanılması veya kopyala/yapıştır resim eklenmesi önerilmemektedir. </a:t>
            </a:r>
          </a:p>
          <a:p>
            <a:pPr>
              <a:spcBef>
                <a:spcPct val="0"/>
              </a:spcBef>
              <a:buFontTx/>
              <a:buNone/>
            </a:pPr>
            <a:endParaRPr lang="tr-TR" altLang="ja-JP" sz="1800" dirty="0">
              <a:latin typeface="Arial Narrow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tr-TR" altLang="ja-JP" sz="1800" dirty="0">
                <a:latin typeface="Arial Narrow" panose="020B0604020202020204" pitchFamily="34" charset="0"/>
              </a:rPr>
              <a:t>Resim eklemek için aşağıdaki şekildeki gibi </a:t>
            </a:r>
            <a:r>
              <a:rPr lang="tr-TR" altLang="ja-JP" sz="1800" b="1" dirty="0" err="1">
                <a:latin typeface="Arial Narrow" panose="020B0604020202020204" pitchFamily="34" charset="0"/>
              </a:rPr>
              <a:t>Insert</a:t>
            </a:r>
            <a:r>
              <a:rPr lang="tr-TR" altLang="ja-JP" sz="1800" b="1" dirty="0">
                <a:latin typeface="Arial Narrow" panose="020B0604020202020204" pitchFamily="34" charset="0"/>
              </a:rPr>
              <a:t>/Ekle &gt; Picture/Resim </a:t>
            </a:r>
            <a:r>
              <a:rPr lang="tr-TR" altLang="ja-JP" sz="1800" dirty="0">
                <a:latin typeface="Arial Narrow" panose="020B0604020202020204" pitchFamily="34" charset="0"/>
              </a:rPr>
              <a:t>fonksiyonunu kullanmanız önerilmektedir.</a:t>
            </a:r>
            <a:endParaRPr lang="tr-TR" altLang="en-US" sz="1800" dirty="0">
              <a:latin typeface="Arial Narrow" panose="020B0604020202020204" pitchFamily="34" charset="0"/>
            </a:endParaRPr>
          </a:p>
        </p:txBody>
      </p:sp>
      <p:sp>
        <p:nvSpPr>
          <p:cNvPr id="6166" name="Text Box 514">
            <a:extLst>
              <a:ext uri="{FF2B5EF4-FFF2-40B4-BE49-F238E27FC236}">
                <a16:creationId xmlns:a16="http://schemas.microsoft.com/office/drawing/2014/main" id="{F72C5B40-2D3B-DB2A-1EBB-04732A0A5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19929475"/>
            <a:ext cx="6583363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5084" tIns="265084" rIns="265084" bIns="265084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tr-TR" altLang="en-US" sz="1800">
                <a:latin typeface="Arial Narrow" panose="020B0604020202020204" pitchFamily="34" charset="0"/>
              </a:rPr>
              <a:t>Resimleri normal boyutundan büyüterek kullanmak önerilmemektedir. Aşağıdaki şekilde aynı resmin orijinali ve büyütüldüğünde çıktıya yansıyan değişimi örneklenmektedir.</a:t>
            </a:r>
          </a:p>
        </p:txBody>
      </p:sp>
      <p:sp>
        <p:nvSpPr>
          <p:cNvPr id="6167" name="Text Box 516">
            <a:extLst>
              <a:ext uri="{FF2B5EF4-FFF2-40B4-BE49-F238E27FC236}">
                <a16:creationId xmlns:a16="http://schemas.microsoft.com/office/drawing/2014/main" id="{3C06DF9C-DBAA-D714-8877-056CD6C82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75" y="24268113"/>
            <a:ext cx="4541838" cy="22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100">
                <a:solidFill>
                  <a:srgbClr val="1BADCF"/>
                </a:solidFill>
                <a:latin typeface="Arial Narrow" panose="020B0604020202020204" pitchFamily="34" charset="0"/>
              </a:rPr>
              <a:t>Şekil 9. Orijinal resim &gt;&gt; 100% &gt;&gt;  %200  büyütülmüş</a:t>
            </a:r>
          </a:p>
        </p:txBody>
      </p:sp>
      <p:sp>
        <p:nvSpPr>
          <p:cNvPr id="6168" name="Text Box 522">
            <a:extLst>
              <a:ext uri="{FF2B5EF4-FFF2-40B4-BE49-F238E27FC236}">
                <a16:creationId xmlns:a16="http://schemas.microsoft.com/office/drawing/2014/main" id="{5B0F0C57-668E-40F4-B53D-2781DAE89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6550" y="4419600"/>
            <a:ext cx="6584950" cy="44608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en-US" sz="2500" b="1">
                <a:solidFill>
                  <a:schemeClr val="bg1"/>
                </a:solidFill>
                <a:latin typeface="Arial Narrow" panose="020B0604020202020204" pitchFamily="34" charset="0"/>
              </a:rPr>
              <a:t>Tablolar ve Grafikler</a:t>
            </a:r>
          </a:p>
        </p:txBody>
      </p:sp>
      <p:sp>
        <p:nvSpPr>
          <p:cNvPr id="6169" name="Text Box 523">
            <a:extLst>
              <a:ext uri="{FF2B5EF4-FFF2-40B4-BE49-F238E27FC236}">
                <a16:creationId xmlns:a16="http://schemas.microsoft.com/office/drawing/2014/main" id="{14B9D02A-C307-1B5E-1571-B2539B950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9563" y="4862513"/>
            <a:ext cx="6583362" cy="275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5084" tIns="265084" rIns="265084" bIns="265084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>
                <a:latin typeface="Arial Narrow" panose="020B0604020202020204" pitchFamily="34" charset="0"/>
              </a:rPr>
              <a:t>Tablo ve grafiklerinizin Excel, Word veya diğer uygulama programlarından eklenmesi için, ilgili programda nesne seçilerek </a:t>
            </a:r>
            <a:r>
              <a:rPr lang="tr-TR" altLang="en-US" sz="1800" b="1">
                <a:latin typeface="Arial Narrow" panose="020B0604020202020204" pitchFamily="34" charset="0"/>
              </a:rPr>
              <a:t>EDIT&gt;COPY</a:t>
            </a:r>
            <a:r>
              <a:rPr lang="tr-TR" altLang="en-US" sz="1800">
                <a:latin typeface="Arial Narrow" panose="020B0604020202020204" pitchFamily="34" charset="0"/>
              </a:rPr>
              <a:t>, daha sonra PowerPoint’te  </a:t>
            </a:r>
            <a:r>
              <a:rPr lang="tr-TR" altLang="en-US" sz="1800" b="1">
                <a:latin typeface="Arial Narrow" panose="020B0604020202020204" pitchFamily="34" charset="0"/>
              </a:rPr>
              <a:t>EDIT&gt;PASTE</a:t>
            </a:r>
            <a:r>
              <a:rPr lang="tr-TR" altLang="en-US" sz="1800">
                <a:latin typeface="Arial Narrow" panose="020B0604020202020204" pitchFamily="34" charset="0"/>
              </a:rPr>
              <a:t> seçilerek tablo veya grafikler postere yapıştırılabilir.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tr-TR" altLang="en-US" sz="1800">
              <a:latin typeface="Arial Narrow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>
                <a:latin typeface="Arial Narrow" panose="020B0604020202020204" pitchFamily="34" charset="0"/>
              </a:rPr>
              <a:t>Tablonun boyutunu köşesinden imleç ile tutarak büyütüp/küçültebilirsiniz. Eğer yazısıyla birlikte aynı oranda/ölçekte büyütmek ve küçültmek istiyorsanız, </a:t>
            </a:r>
            <a:r>
              <a:rPr lang="tr-TR" altLang="en-US" sz="1800" b="1">
                <a:latin typeface="Arial Narrow" panose="020B0604020202020204" pitchFamily="34" charset="0"/>
              </a:rPr>
              <a:t>Shift </a:t>
            </a:r>
            <a:r>
              <a:rPr lang="tr-TR" altLang="en-US" sz="1800">
                <a:latin typeface="Arial Narrow" panose="020B0604020202020204" pitchFamily="34" charset="0"/>
              </a:rPr>
              <a:t>tuşuna basılı tutarak uygulamalısınız. </a:t>
            </a:r>
          </a:p>
        </p:txBody>
      </p:sp>
      <p:graphicFrame>
        <p:nvGraphicFramePr>
          <p:cNvPr id="2637" name="Group 589">
            <a:extLst>
              <a:ext uri="{FF2B5EF4-FFF2-40B4-BE49-F238E27FC236}">
                <a16:creationId xmlns:a16="http://schemas.microsoft.com/office/drawing/2014/main" id="{16412412-E3B6-3F4D-9672-65B02915F117}"/>
              </a:ext>
            </a:extLst>
          </p:cNvPr>
          <p:cNvGraphicFramePr>
            <a:graphicFrameLocks noGrp="1"/>
          </p:cNvGraphicFramePr>
          <p:nvPr/>
        </p:nvGraphicFramePr>
        <p:xfrm>
          <a:off x="15654338" y="7839075"/>
          <a:ext cx="3816350" cy="1401764"/>
        </p:xfrm>
        <a:graphic>
          <a:graphicData uri="http://schemas.openxmlformats.org/drawingml/2006/table">
            <a:tbl>
              <a:tblPr/>
              <a:tblGrid>
                <a:gridCol w="1271587">
                  <a:extLst>
                    <a:ext uri="{9D8B030D-6E8A-4147-A177-3AD203B41FA5}">
                      <a16:colId xmlns:a16="http://schemas.microsoft.com/office/drawing/2014/main" val="3648994508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2397472196"/>
                    </a:ext>
                  </a:extLst>
                </a:gridCol>
                <a:gridCol w="1271588">
                  <a:extLst>
                    <a:ext uri="{9D8B030D-6E8A-4147-A177-3AD203B41FA5}">
                      <a16:colId xmlns:a16="http://schemas.microsoft.com/office/drawing/2014/main" val="2179135450"/>
                    </a:ext>
                  </a:extLst>
                </a:gridCol>
              </a:tblGrid>
              <a:tr h="350838">
                <a:tc gridSpan="3">
                  <a:txBody>
                    <a:bodyPr/>
                    <a:lstStyle>
                      <a:lvl1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7493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17494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2066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26638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1210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749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TABLO ÖRNEĞİ</a:t>
                      </a:r>
                    </a:p>
                  </a:txBody>
                  <a:tcPr marL="44539" marR="44539" marT="31506" marB="315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AD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39985"/>
                  </a:ext>
                </a:extLst>
              </a:tr>
              <a:tr h="350838">
                <a:tc>
                  <a:txBody>
                    <a:bodyPr/>
                    <a:lstStyle>
                      <a:lvl1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7493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17494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2066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26638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1210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749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1998</a:t>
                      </a:r>
                    </a:p>
                  </a:txBody>
                  <a:tcPr marL="44539" marR="44539" marT="31506" marB="315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7493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17494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2066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26638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1210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749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1999</a:t>
                      </a:r>
                    </a:p>
                  </a:txBody>
                  <a:tcPr marL="44539" marR="44539" marT="31506" marB="315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7493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17494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2066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26638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1210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749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2000</a:t>
                      </a:r>
                    </a:p>
                  </a:txBody>
                  <a:tcPr marL="44539" marR="44539" marT="31506" marB="315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9960"/>
                  </a:ext>
                </a:extLst>
              </a:tr>
              <a:tr h="350838">
                <a:tc>
                  <a:txBody>
                    <a:bodyPr/>
                    <a:lstStyle>
                      <a:lvl1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7493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17494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2066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26638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1210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749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2001</a:t>
                      </a:r>
                    </a:p>
                  </a:txBody>
                  <a:tcPr marL="44539" marR="44539" marT="31506" marB="315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7493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17494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2066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26638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1210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749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2002</a:t>
                      </a:r>
                    </a:p>
                  </a:txBody>
                  <a:tcPr marL="44539" marR="44539" marT="31506" marB="315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7493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17494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2066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26638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1210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749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2003</a:t>
                      </a:r>
                    </a:p>
                  </a:txBody>
                  <a:tcPr marL="44539" marR="44539" marT="31506" marB="315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180708"/>
                  </a:ext>
                </a:extLst>
              </a:tr>
              <a:tr h="349250">
                <a:tc>
                  <a:txBody>
                    <a:bodyPr/>
                    <a:lstStyle>
                      <a:lvl1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7493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17494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2066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26638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1210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749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2004</a:t>
                      </a:r>
                    </a:p>
                  </a:txBody>
                  <a:tcPr marL="44539" marR="44539" marT="31506" marB="315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7493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17494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2066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26638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1210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749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2005</a:t>
                      </a:r>
                    </a:p>
                  </a:txBody>
                  <a:tcPr marL="44539" marR="44539" marT="31506" marB="315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74930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7493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7493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17494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2066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26638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121025" indent="536575" defTabSz="749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749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2006</a:t>
                      </a:r>
                    </a:p>
                  </a:txBody>
                  <a:tcPr marL="44539" marR="44539" marT="31506" marB="315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911690"/>
                  </a:ext>
                </a:extLst>
              </a:tr>
            </a:tbl>
          </a:graphicData>
        </a:graphic>
      </p:graphicFrame>
      <p:sp>
        <p:nvSpPr>
          <p:cNvPr id="6190" name="Text Box 545">
            <a:extLst>
              <a:ext uri="{FF2B5EF4-FFF2-40B4-BE49-F238E27FC236}">
                <a16:creationId xmlns:a16="http://schemas.microsoft.com/office/drawing/2014/main" id="{4818B174-F2A5-4ADC-FC13-A18CDC233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75" y="25273000"/>
            <a:ext cx="6581775" cy="4445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en-US" sz="2500" b="1">
                <a:solidFill>
                  <a:schemeClr val="bg1"/>
                </a:solidFill>
                <a:latin typeface="Arial Narrow" panose="020B0604020202020204" pitchFamily="34" charset="0"/>
              </a:rPr>
              <a:t>Başlık etiketleri</a:t>
            </a:r>
          </a:p>
        </p:txBody>
      </p:sp>
      <p:sp>
        <p:nvSpPr>
          <p:cNvPr id="6191" name="Text Box 546">
            <a:extLst>
              <a:ext uri="{FF2B5EF4-FFF2-40B4-BE49-F238E27FC236}">
                <a16:creationId xmlns:a16="http://schemas.microsoft.com/office/drawing/2014/main" id="{1B4E9A5A-8F54-3698-AE53-112A739CF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25714325"/>
            <a:ext cx="657860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5084" tIns="265084" rIns="265084" bIns="265084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Arial Narrow" panose="020B0604020202020204" pitchFamily="34" charset="0"/>
              </a:rPr>
              <a:t>Posterin bölümleri, mavi renkli başlıklarda ve muhtemelen aşağıda belirlenen isimlerde olması gerekmektedir.</a:t>
            </a:r>
          </a:p>
        </p:txBody>
      </p:sp>
      <p:graphicFrame>
        <p:nvGraphicFramePr>
          <p:cNvPr id="2638" name="Group 590">
            <a:extLst>
              <a:ext uri="{FF2B5EF4-FFF2-40B4-BE49-F238E27FC236}">
                <a16:creationId xmlns:a16="http://schemas.microsoft.com/office/drawing/2014/main" id="{7AFE9258-ED32-FD47-A8D0-B1127B583713}"/>
              </a:ext>
            </a:extLst>
          </p:cNvPr>
          <p:cNvGraphicFramePr>
            <a:graphicFrameLocks noGrp="1"/>
          </p:cNvGraphicFramePr>
          <p:nvPr/>
        </p:nvGraphicFramePr>
        <p:xfrm>
          <a:off x="7756525" y="27241500"/>
          <a:ext cx="5519738" cy="2051187"/>
        </p:xfrm>
        <a:graphic>
          <a:graphicData uri="http://schemas.openxmlformats.org/drawingml/2006/table">
            <a:tbl>
              <a:tblPr/>
              <a:tblGrid>
                <a:gridCol w="283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2171">
                <a:tc>
                  <a:txBody>
                    <a:bodyPr/>
                    <a:lstStyle>
                      <a:lvl1pPr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268288"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534988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268288" marR="0" lvl="1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Özet ve Giriş (</a:t>
                      </a:r>
                      <a:r>
                        <a:rPr kumimoji="0" lang="tr-TR" altLang="en-US" sz="17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Abstract</a:t>
                      </a: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</a:t>
                      </a:r>
                      <a:r>
                        <a:rPr kumimoji="0" lang="tr-TR" altLang="en-US" sz="17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</a:t>
                      </a: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</a:t>
                      </a:r>
                      <a:r>
                        <a:rPr kumimoji="0" lang="tr-TR" altLang="en-US" sz="17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Introduction</a:t>
                      </a:r>
                      <a:endParaRPr kumimoji="0" lang="tr-TR" altLang="en-US" sz="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22280" marR="22280" marT="31530" marB="3153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268288"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534988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268288" marR="0" lvl="1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Sonuç (</a:t>
                      </a:r>
                      <a:r>
                        <a:rPr kumimoji="0" lang="tr-TR" altLang="en-US" sz="17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Conclusion</a:t>
                      </a: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)</a:t>
                      </a:r>
                    </a:p>
                    <a:p>
                      <a:pPr marL="0" marR="0" lvl="0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en-US" sz="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22280" marR="22280" marT="31530" marB="3153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>
                      <a:lvl1pPr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268288"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534988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268288" marR="0" lvl="1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Yöntem (</a:t>
                      </a:r>
                      <a:r>
                        <a:rPr kumimoji="0" lang="tr-TR" altLang="en-US" sz="17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Method</a:t>
                      </a: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)</a:t>
                      </a:r>
                    </a:p>
                    <a:p>
                      <a:pPr marL="0" marR="0" lvl="0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en-US" sz="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22280" marR="22280" marT="31530" marB="3153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268288"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534988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268288" marR="0" lvl="1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Kaynaklar (</a:t>
                      </a:r>
                      <a:r>
                        <a:rPr kumimoji="0" lang="tr-TR" altLang="en-US" sz="17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References</a:t>
                      </a: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)</a:t>
                      </a:r>
                    </a:p>
                    <a:p>
                      <a:pPr marL="0" marR="0" lvl="0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en-US" sz="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22280" marR="22280" marT="31530" marB="3153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>
                      <a:lvl1pPr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268288"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534988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268288" marR="0" lvl="1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7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Results</a:t>
                      </a:r>
                      <a:endParaRPr kumimoji="0" lang="tr-TR" altLang="en-US" sz="17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en-US" sz="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22280" marR="22280" marT="31530" marB="3153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268288" defTabSz="534988" eaLnBrk="0" hangingPunct="0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534988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534988" eaLnBrk="0" hangingPunct="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268288" marR="0" lvl="1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Teşekkür (</a:t>
                      </a:r>
                      <a:r>
                        <a:rPr kumimoji="0" lang="tr-TR" altLang="en-US" sz="17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Acknowledgements</a:t>
                      </a:r>
                      <a:r>
                        <a:rPr kumimoji="0" lang="tr-TR" altLang="en-US" sz="17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)</a:t>
                      </a:r>
                      <a:endParaRPr kumimoji="0" lang="tr-TR" altLang="en-US" sz="17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ctr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en-US" sz="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22280" marR="22280" marT="31530" marB="3153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06" name="Text Box 561">
            <a:extLst>
              <a:ext uri="{FF2B5EF4-FFF2-40B4-BE49-F238E27FC236}">
                <a16:creationId xmlns:a16="http://schemas.microsoft.com/office/drawing/2014/main" id="{A2DD499C-E092-7A8F-196A-3CB77F36E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900" y="13019088"/>
            <a:ext cx="6583363" cy="44608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en-US" sz="2500" b="1">
                <a:solidFill>
                  <a:schemeClr val="bg1"/>
                </a:solidFill>
                <a:latin typeface="Arial Narrow" panose="020B0604020202020204" pitchFamily="34" charset="0"/>
              </a:rPr>
              <a:t>Başlık </a:t>
            </a:r>
          </a:p>
        </p:txBody>
      </p:sp>
      <p:sp>
        <p:nvSpPr>
          <p:cNvPr id="6207" name="Text Box 563">
            <a:extLst>
              <a:ext uri="{FF2B5EF4-FFF2-40B4-BE49-F238E27FC236}">
                <a16:creationId xmlns:a16="http://schemas.microsoft.com/office/drawing/2014/main" id="{3347DB52-ADB6-2B05-9F4B-94E2872BF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900" y="25542875"/>
            <a:ext cx="6583363" cy="44608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916" tIns="26453" rIns="52916" bIns="26453">
            <a:spAutoFit/>
          </a:bodyPr>
          <a:lstStyle>
            <a:lvl1pPr defTabSz="74930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en-US" sz="2500" b="1" dirty="0">
                <a:solidFill>
                  <a:schemeClr val="bg1"/>
                </a:solidFill>
                <a:latin typeface="Arial Narrow" panose="020B0604020202020204" pitchFamily="34" charset="0"/>
              </a:rPr>
              <a:t>İletişim Bilgileri</a:t>
            </a:r>
          </a:p>
        </p:txBody>
      </p:sp>
      <p:sp>
        <p:nvSpPr>
          <p:cNvPr id="6208" name="Text Box 564">
            <a:extLst>
              <a:ext uri="{FF2B5EF4-FFF2-40B4-BE49-F238E27FC236}">
                <a16:creationId xmlns:a16="http://schemas.microsoft.com/office/drawing/2014/main" id="{653369FA-EB59-0241-F085-8C2BC248E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900" y="13462000"/>
            <a:ext cx="6550025" cy="275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5084" tIns="265084" rIns="265084" bIns="265084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03263" indent="-328613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s-IS" altLang="en-US" sz="1800">
                <a:latin typeface="Arial Narrow" panose="020B0604020202020204" pitchFamily="34" charset="0"/>
              </a:rPr>
              <a:t>Deneme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en-US" sz="1800">
              <a:latin typeface="Arial Narrow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s-IS" altLang="en-US" sz="1800">
                <a:latin typeface="Arial Narrow" panose="020B0604020202020204" pitchFamily="34" charset="0"/>
              </a:rPr>
              <a:t>Deneme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en-US" sz="1800">
              <a:latin typeface="Arial Narrow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en-US" sz="1800">
              <a:latin typeface="Arial Narrow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en-US" sz="1800">
              <a:latin typeface="Arial Narrow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en-US" sz="1800">
              <a:latin typeface="Arial Narrow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 Narrow" panose="020B0604020202020204" pitchFamily="34" charset="0"/>
            </a:endParaRPr>
          </a:p>
        </p:txBody>
      </p:sp>
      <p:graphicFrame>
        <p:nvGraphicFramePr>
          <p:cNvPr id="2639" name="Group 591">
            <a:extLst>
              <a:ext uri="{FF2B5EF4-FFF2-40B4-BE49-F238E27FC236}">
                <a16:creationId xmlns:a16="http://schemas.microsoft.com/office/drawing/2014/main" id="{36F4BCF0-FA71-4946-B6C9-2F1472948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544046"/>
              </p:ext>
            </p:extLst>
          </p:nvPr>
        </p:nvGraphicFramePr>
        <p:xfrm>
          <a:off x="14322425" y="26209555"/>
          <a:ext cx="3390880" cy="2300322"/>
        </p:xfrm>
        <a:graphic>
          <a:graphicData uri="http://schemas.openxmlformats.org/drawingml/2006/table">
            <a:tbl>
              <a:tblPr/>
              <a:tblGrid>
                <a:gridCol w="1181619">
                  <a:extLst>
                    <a:ext uri="{9D8B030D-6E8A-4147-A177-3AD203B41FA5}">
                      <a16:colId xmlns:a16="http://schemas.microsoft.com/office/drawing/2014/main" val="637144597"/>
                    </a:ext>
                  </a:extLst>
                </a:gridCol>
                <a:gridCol w="2209261">
                  <a:extLst>
                    <a:ext uri="{9D8B030D-6E8A-4147-A177-3AD203B41FA5}">
                      <a16:colId xmlns:a16="http://schemas.microsoft.com/office/drawing/2014/main" val="3364353563"/>
                    </a:ext>
                  </a:extLst>
                </a:gridCol>
              </a:tblGrid>
              <a:tr h="712214">
                <a:tc gridSpan="2">
                  <a:txBody>
                    <a:bodyPr/>
                    <a:lstStyle>
                      <a:lvl1pPr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534988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anose="020B0604020202020204" pitchFamily="34" charset="0"/>
                          <a:ea typeface="ＭＳ Ｐゴシック" panose="020B0600070205080204" pitchFamily="34" charset="-128"/>
                        </a:rPr>
                        <a:t>Adı Soyadı</a:t>
                      </a:r>
                    </a:p>
                    <a:p>
                      <a:pPr marL="0" marR="0" lvl="0" indent="0" algn="l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anose="020B0604020202020204" pitchFamily="34" charset="0"/>
                          <a:ea typeface="ＭＳ Ｐゴシック" panose="020B0600070205080204" pitchFamily="34" charset="-128"/>
                        </a:rPr>
                        <a:t>E-Posta: </a:t>
                      </a:r>
                    </a:p>
                    <a:p>
                      <a:pPr marL="0" marR="0" lvl="0" indent="0" algn="l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anose="020B0604020202020204" pitchFamily="34" charset="0"/>
                          <a:ea typeface="ＭＳ Ｐゴシック" panose="020B0600070205080204" pitchFamily="34" charset="-128"/>
                        </a:rPr>
                        <a:t>Tel: </a:t>
                      </a:r>
                    </a:p>
                  </a:txBody>
                  <a:tcPr marL="222778" marR="222778" marT="31547" marB="31546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810752"/>
                  </a:ext>
                </a:extLst>
              </a:tr>
              <a:tr h="838477">
                <a:tc>
                  <a:txBody>
                    <a:bodyPr/>
                    <a:lstStyle>
                      <a:lvl1pPr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534988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l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222778" marR="222778" marT="31547" marB="31546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534988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222778" marR="222778" marT="31547" marB="31546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735934"/>
                  </a:ext>
                </a:extLst>
              </a:tr>
            </a:tbl>
          </a:graphicData>
        </a:graphic>
      </p:graphicFrame>
      <p:sp>
        <p:nvSpPr>
          <p:cNvPr id="6213" name="Text Box 474">
            <a:extLst>
              <a:ext uri="{FF2B5EF4-FFF2-40B4-BE49-F238E27FC236}">
                <a16:creationId xmlns:a16="http://schemas.microsoft.com/office/drawing/2014/main" id="{BCDE476F-9368-F7E1-13E5-2AA2FE72D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247688"/>
            <a:ext cx="6584950" cy="469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5084" tIns="265084" rIns="265084" bIns="265084">
            <a:spAutoFit/>
          </a:bodyPr>
          <a:lstStyle>
            <a:lvl1pPr defTabSz="36004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36004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36004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36004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36004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3600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Arial Narrow" panose="020B0604020202020204" pitchFamily="34" charset="0"/>
              </a:rPr>
              <a:t>Posterin tasarımı bu şablona uyumlu olmalıdır.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br>
              <a:rPr lang="tr-TR" altLang="en-US" sz="1800" dirty="0">
                <a:latin typeface="Arial Narrow" panose="020B0604020202020204" pitchFamily="34" charset="0"/>
              </a:rPr>
            </a:br>
            <a:r>
              <a:rPr lang="tr-TR" altLang="en-US" sz="1800" dirty="0">
                <a:latin typeface="Arial Narrow" panose="020B0604020202020204" pitchFamily="34" charset="0"/>
              </a:rPr>
              <a:t>Muhtemel poster bölümleri; Giriş (</a:t>
            </a:r>
            <a:r>
              <a:rPr lang="tr-TR" altLang="en-US" sz="1800" dirty="0" err="1">
                <a:latin typeface="Arial Narrow" panose="020B0604020202020204" pitchFamily="34" charset="0"/>
              </a:rPr>
              <a:t>Introduction</a:t>
            </a:r>
            <a:r>
              <a:rPr lang="tr-TR" altLang="en-US" sz="1800" dirty="0">
                <a:latin typeface="Arial Narrow" panose="020B0604020202020204" pitchFamily="34" charset="0"/>
              </a:rPr>
              <a:t>), Yöntemler (</a:t>
            </a:r>
            <a:r>
              <a:rPr lang="tr-TR" altLang="en-US" sz="1800" dirty="0" err="1">
                <a:latin typeface="Arial Narrow" panose="020B0604020202020204" pitchFamily="34" charset="0"/>
              </a:rPr>
              <a:t>Methods</a:t>
            </a:r>
            <a:r>
              <a:rPr lang="tr-TR" altLang="en-US" sz="1800" dirty="0">
                <a:latin typeface="Arial Narrow" panose="020B0604020202020204" pitchFamily="34" charset="0"/>
              </a:rPr>
              <a:t>), Sonuçlar veya Beklenen Sonuçlar (</a:t>
            </a:r>
            <a:r>
              <a:rPr lang="tr-TR" altLang="en-US" sz="1800" dirty="0" err="1">
                <a:latin typeface="Arial Narrow" panose="020B0604020202020204" pitchFamily="34" charset="0"/>
              </a:rPr>
              <a:t>Results</a:t>
            </a:r>
            <a:r>
              <a:rPr lang="tr-TR" altLang="en-US" sz="1800" dirty="0">
                <a:latin typeface="Arial Narrow" panose="020B0604020202020204" pitchFamily="34" charset="0"/>
              </a:rPr>
              <a:t> </a:t>
            </a:r>
            <a:r>
              <a:rPr lang="tr-TR" altLang="en-US" sz="1800" dirty="0" err="1">
                <a:latin typeface="Arial Narrow" panose="020B0604020202020204" pitchFamily="34" charset="0"/>
              </a:rPr>
              <a:t>or</a:t>
            </a:r>
            <a:r>
              <a:rPr lang="tr-TR" altLang="en-US" sz="1800" dirty="0">
                <a:latin typeface="Arial Narrow" panose="020B0604020202020204" pitchFamily="34" charset="0"/>
              </a:rPr>
              <a:t> </a:t>
            </a:r>
            <a:r>
              <a:rPr lang="tr-TR" altLang="en-US" sz="1800" dirty="0" err="1">
                <a:latin typeface="Arial Narrow" panose="020B0604020202020204" pitchFamily="34" charset="0"/>
              </a:rPr>
              <a:t>Expected</a:t>
            </a:r>
            <a:r>
              <a:rPr lang="tr-TR" altLang="en-US" sz="1800" dirty="0">
                <a:latin typeface="Arial Narrow" panose="020B0604020202020204" pitchFamily="34" charset="0"/>
              </a:rPr>
              <a:t> </a:t>
            </a:r>
            <a:r>
              <a:rPr lang="tr-TR" altLang="en-US" sz="1800" dirty="0" err="1">
                <a:latin typeface="Arial Narrow" panose="020B0604020202020204" pitchFamily="34" charset="0"/>
              </a:rPr>
              <a:t>Results</a:t>
            </a:r>
            <a:r>
              <a:rPr lang="tr-TR" altLang="en-US" sz="1800" dirty="0">
                <a:latin typeface="Arial Narrow" panose="020B0604020202020204" pitchFamily="34" charset="0"/>
              </a:rPr>
              <a:t>) ve Kaynaklar (</a:t>
            </a:r>
            <a:r>
              <a:rPr lang="tr-TR" altLang="en-US" sz="1800" dirty="0" err="1">
                <a:latin typeface="Arial Narrow" panose="020B0604020202020204" pitchFamily="34" charset="0"/>
              </a:rPr>
              <a:t>References</a:t>
            </a:r>
            <a:r>
              <a:rPr lang="tr-TR" altLang="en-US" sz="1800" dirty="0">
                <a:latin typeface="Arial Narrow" panose="020B0604020202020204" pitchFamily="34" charset="0"/>
              </a:rPr>
              <a:t>, </a:t>
            </a:r>
            <a:r>
              <a:rPr lang="tr-TR" altLang="en-US" sz="1800" dirty="0" err="1">
                <a:latin typeface="Arial Narrow" panose="020B0604020202020204" pitchFamily="34" charset="0"/>
              </a:rPr>
              <a:t>etc</a:t>
            </a:r>
            <a:r>
              <a:rPr lang="tr-TR" altLang="en-US" sz="1800" dirty="0">
                <a:latin typeface="Arial Narrow" panose="020B0604020202020204" pitchFamily="34" charset="0"/>
              </a:rPr>
              <a:t>.) </a:t>
            </a:r>
            <a:r>
              <a:rPr lang="tr-TR" altLang="en-US" sz="1800" dirty="0" err="1">
                <a:latin typeface="Arial Narrow" panose="020B0604020202020204" pitchFamily="34" charset="0"/>
              </a:rPr>
              <a:t>dır</a:t>
            </a:r>
            <a:r>
              <a:rPr lang="tr-TR" altLang="en-US" sz="1800" dirty="0">
                <a:latin typeface="Arial Narrow" panose="020B0604020202020204" pitchFamily="34" charset="0"/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tr-TR" altLang="en-US" sz="1800" dirty="0">
              <a:latin typeface="Arial Narrow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Arial Narrow" panose="020B0604020202020204" pitchFamily="34" charset="0"/>
              </a:rPr>
              <a:t>Burada dikkat edilmesi gereken, henüz planlanmakta olan tez/proje fikirlerinin “Yöntem” ve “Beklenen Sonuçlar” bölüm başlıklarını içermesi gerektiğidir.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tr-TR" altLang="en-US" sz="1800" dirty="0">
              <a:latin typeface="Arial Narrow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1800" dirty="0">
                <a:latin typeface="Arial Narrow" panose="020B0604020202020204" pitchFamily="34" charset="0"/>
              </a:rPr>
              <a:t>Araştırma konusunun içeriğine göre, posterdeki konu başlıkları ve bu bölümlerdeki yazı kutularının içeriği düzenlenecektir.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ja-JP" sz="1800" dirty="0">
                <a:latin typeface="Arial Narrow" panose="020B0604020202020204" pitchFamily="34" charset="0"/>
              </a:rPr>
            </a:br>
            <a:br>
              <a:rPr lang="en-US" altLang="ja-JP" sz="1800" dirty="0">
                <a:latin typeface="Arial Narrow" panose="020B0604020202020204" pitchFamily="34" charset="0"/>
              </a:rPr>
            </a:br>
            <a:r>
              <a:rPr lang="en-US" altLang="ja-JP" sz="1800" dirty="0" err="1">
                <a:latin typeface="Arial Narrow" panose="020B0604020202020204" pitchFamily="34" charset="0"/>
              </a:rPr>
              <a:t>Posterde</a:t>
            </a:r>
            <a:r>
              <a:rPr lang="en-US" altLang="ja-JP" sz="1800" dirty="0">
                <a:latin typeface="Arial Narrow" panose="020B0604020202020204" pitchFamily="34" charset="0"/>
              </a:rPr>
              <a:t> </a:t>
            </a:r>
            <a:r>
              <a:rPr lang="en-US" altLang="ja-JP" sz="1800" dirty="0" err="1">
                <a:latin typeface="Arial Narrow" panose="020B0604020202020204" pitchFamily="34" charset="0"/>
              </a:rPr>
              <a:t>göze</a:t>
            </a:r>
            <a:r>
              <a:rPr lang="en-US" altLang="ja-JP" sz="1800" dirty="0">
                <a:latin typeface="Arial Narrow" panose="020B0604020202020204" pitchFamily="34" charset="0"/>
              </a:rPr>
              <a:t> </a:t>
            </a:r>
            <a:r>
              <a:rPr lang="en-US" altLang="ja-JP" sz="1800" dirty="0" err="1">
                <a:latin typeface="Arial Narrow" panose="020B0604020202020204" pitchFamily="34" charset="0"/>
              </a:rPr>
              <a:t>çarpacak</a:t>
            </a:r>
            <a:r>
              <a:rPr lang="en-US" altLang="ja-JP" sz="1800" dirty="0">
                <a:latin typeface="Arial Narrow" panose="020B0604020202020204" pitchFamily="34" charset="0"/>
              </a:rPr>
              <a:t> </a:t>
            </a:r>
            <a:r>
              <a:rPr lang="en-US" altLang="ja-JP" sz="1800" dirty="0" err="1">
                <a:latin typeface="Arial Narrow" panose="020B0604020202020204" pitchFamily="34" charset="0"/>
              </a:rPr>
              <a:t>şekilde</a:t>
            </a:r>
            <a:r>
              <a:rPr lang="en-US" altLang="ja-JP" sz="1800" dirty="0">
                <a:latin typeface="Arial Narrow" panose="020B0604020202020204" pitchFamily="34" charset="0"/>
              </a:rPr>
              <a:t> </a:t>
            </a:r>
            <a:r>
              <a:rPr lang="en-US" altLang="ja-JP" sz="1800" dirty="0" err="1">
                <a:latin typeface="Arial Narrow" panose="020B0604020202020204" pitchFamily="34" charset="0"/>
              </a:rPr>
              <a:t>boşluk</a:t>
            </a:r>
            <a:r>
              <a:rPr lang="en-US" altLang="ja-JP" sz="1800" dirty="0">
                <a:latin typeface="Arial Narrow" panose="020B0604020202020204" pitchFamily="34" charset="0"/>
              </a:rPr>
              <a:t> </a:t>
            </a:r>
            <a:r>
              <a:rPr lang="en-US" altLang="ja-JP" sz="1800" dirty="0" err="1">
                <a:latin typeface="Arial Narrow" panose="020B0604020202020204" pitchFamily="34" charset="0"/>
              </a:rPr>
              <a:t>alan</a:t>
            </a:r>
            <a:r>
              <a:rPr lang="en-US" altLang="ja-JP" sz="1800" dirty="0">
                <a:latin typeface="Arial Narrow" panose="020B0604020202020204" pitchFamily="34" charset="0"/>
              </a:rPr>
              <a:t> </a:t>
            </a:r>
            <a:r>
              <a:rPr lang="en-US" altLang="ja-JP" sz="1800" dirty="0" err="1">
                <a:latin typeface="Arial Narrow" panose="020B0604020202020204" pitchFamily="34" charset="0"/>
              </a:rPr>
              <a:t>kesinlikle</a:t>
            </a:r>
            <a:r>
              <a:rPr lang="en-US" altLang="ja-JP" sz="1800" dirty="0">
                <a:latin typeface="Arial Narrow" panose="020B0604020202020204" pitchFamily="34" charset="0"/>
              </a:rPr>
              <a:t> </a:t>
            </a:r>
            <a:r>
              <a:rPr lang="en-US" altLang="ja-JP" sz="1800" dirty="0" err="1">
                <a:latin typeface="Arial Narrow" panose="020B0604020202020204" pitchFamily="34" charset="0"/>
              </a:rPr>
              <a:t>olmamalıdır</a:t>
            </a:r>
            <a:endParaRPr lang="en-US" altLang="en-US" sz="1800" dirty="0">
              <a:latin typeface="Arial Narrow" panose="020B0604020202020204" pitchFamily="34" charset="0"/>
            </a:endParaRPr>
          </a:p>
        </p:txBody>
      </p:sp>
      <p:grpSp>
        <p:nvGrpSpPr>
          <p:cNvPr id="6214" name="Group 2">
            <a:extLst>
              <a:ext uri="{FF2B5EF4-FFF2-40B4-BE49-F238E27FC236}">
                <a16:creationId xmlns:a16="http://schemas.microsoft.com/office/drawing/2014/main" id="{8A64789B-19AF-14D3-FF7C-E04506047817}"/>
              </a:ext>
            </a:extLst>
          </p:cNvPr>
          <p:cNvGrpSpPr>
            <a:grpSpLocks/>
          </p:cNvGrpSpPr>
          <p:nvPr/>
        </p:nvGrpSpPr>
        <p:grpSpPr bwMode="auto">
          <a:xfrm>
            <a:off x="7699375" y="18054638"/>
            <a:ext cx="5911850" cy="1692275"/>
            <a:chOff x="10899088" y="25522828"/>
            <a:chExt cx="8370676" cy="2391269"/>
          </a:xfrm>
        </p:grpSpPr>
        <p:sp>
          <p:nvSpPr>
            <p:cNvPr id="6231" name="Text Box 513">
              <a:extLst>
                <a:ext uri="{FF2B5EF4-FFF2-40B4-BE49-F238E27FC236}">
                  <a16:creationId xmlns:a16="http://schemas.microsoft.com/office/drawing/2014/main" id="{7EBB0515-F70C-F908-F895-C1442F56B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9088" y="27546012"/>
              <a:ext cx="1537650" cy="368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99" tIns="37500" rIns="74999" bIns="37500">
              <a:spAutoFit/>
            </a:bodyPr>
            <a:lstStyle>
              <a:lvl1pPr defTabSz="3600450">
                <a:spcBef>
                  <a:spcPct val="20000"/>
                </a:spcBef>
                <a:buChar char="•"/>
                <a:defRPr sz="1700">
                  <a:solidFill>
                    <a:schemeClr val="tx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3600450">
                <a:spcBef>
                  <a:spcPct val="20000"/>
                </a:spcBef>
                <a:buChar char="–"/>
                <a:defRPr sz="1700">
                  <a:solidFill>
                    <a:schemeClr val="tx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360045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3600450">
                <a:spcBef>
                  <a:spcPct val="20000"/>
                </a:spcBef>
                <a:buChar char="–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3600450">
                <a:spcBef>
                  <a:spcPct val="20000"/>
                </a:spcBef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36004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36004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36004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36004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>
                  <a:solidFill>
                    <a:srgbClr val="1BADCF"/>
                  </a:solidFill>
                  <a:latin typeface="Arial Narrow" panose="020B0604020202020204" pitchFamily="34" charset="0"/>
                </a:rPr>
                <a:t>(Şekil 8)</a:t>
              </a:r>
            </a:p>
          </p:txBody>
        </p:sp>
        <p:pic>
          <p:nvPicPr>
            <p:cNvPr id="6232" name="Picture 1">
              <a:extLst>
                <a:ext uri="{FF2B5EF4-FFF2-40B4-BE49-F238E27FC236}">
                  <a16:creationId xmlns:a16="http://schemas.microsoft.com/office/drawing/2014/main" id="{66D7B223-A63D-F9FA-B343-D4B48ACC9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99088" y="25522828"/>
              <a:ext cx="8370676" cy="1886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215" name="Picture 6">
            <a:extLst>
              <a:ext uri="{FF2B5EF4-FFF2-40B4-BE49-F238E27FC236}">
                <a16:creationId xmlns:a16="http://schemas.microsoft.com/office/drawing/2014/main" id="{4B3C5938-4EEB-8CD3-0951-9C7C9F8341F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75" y="22399625"/>
            <a:ext cx="1744663" cy="174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6" name="Picture 7">
            <a:extLst>
              <a:ext uri="{FF2B5EF4-FFF2-40B4-BE49-F238E27FC236}">
                <a16:creationId xmlns:a16="http://schemas.microsoft.com/office/drawing/2014/main" id="{C5835FF0-E4B2-C5BF-4D4C-D1F2F46861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22399625"/>
            <a:ext cx="1746250" cy="174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7" name="Picture 8">
            <a:extLst>
              <a:ext uri="{FF2B5EF4-FFF2-40B4-BE49-F238E27FC236}">
                <a16:creationId xmlns:a16="http://schemas.microsoft.com/office/drawing/2014/main" id="{26D3CEDB-0760-EA53-953B-8C96B95985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6563" y="22409150"/>
            <a:ext cx="1744662" cy="174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218" name="Chart 11">
            <a:extLst>
              <a:ext uri="{FF2B5EF4-FFF2-40B4-BE49-F238E27FC236}">
                <a16:creationId xmlns:a16="http://schemas.microsoft.com/office/drawing/2014/main" id="{458D91DE-D6D8-83DB-D227-1B01DC8EF6E4}"/>
              </a:ext>
            </a:extLst>
          </p:cNvPr>
          <p:cNvGraphicFramePr>
            <a:graphicFrameLocks/>
          </p:cNvGraphicFramePr>
          <p:nvPr/>
        </p:nvGraphicFramePr>
        <p:xfrm>
          <a:off x="15713075" y="10029825"/>
          <a:ext cx="3694113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0896600" imgH="7061200" progId="Excel.Chart.8">
                  <p:embed/>
                </p:oleObj>
              </mc:Choice>
              <mc:Fallback>
                <p:oleObj r:id="rId14" imgW="10896600" imgH="7061200" progId="Excel.Chart.8">
                  <p:embed/>
                  <p:pic>
                    <p:nvPicPr>
                      <p:cNvPr id="0" name="Char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3075" y="10029825"/>
                        <a:ext cx="3694113" cy="239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75" name="Picture 126">
            <a:extLst>
              <a:ext uri="{FF2B5EF4-FFF2-40B4-BE49-F238E27FC236}">
                <a16:creationId xmlns:a16="http://schemas.microsoft.com/office/drawing/2014/main" id="{D0078272-C655-CC44-9DF7-D6C804933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75" y="7151688"/>
            <a:ext cx="5911850" cy="137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6220" name="Text Box 500">
            <a:extLst>
              <a:ext uri="{FF2B5EF4-FFF2-40B4-BE49-F238E27FC236}">
                <a16:creationId xmlns:a16="http://schemas.microsoft.com/office/drawing/2014/main" id="{A862B0F2-86AE-E5A1-AD76-DE1638C4E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6350" y="13252450"/>
            <a:ext cx="796925" cy="14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25717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25717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25717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25717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25717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>
                <a:solidFill>
                  <a:srgbClr val="1BADCF"/>
                </a:solidFill>
                <a:latin typeface="Arial Narrow" panose="020B0604020202020204" pitchFamily="34" charset="0"/>
              </a:rPr>
              <a:t>Şekil 6</a:t>
            </a:r>
          </a:p>
        </p:txBody>
      </p:sp>
      <p:pic>
        <p:nvPicPr>
          <p:cNvPr id="4177" name="Picture 126">
            <a:extLst>
              <a:ext uri="{FF2B5EF4-FFF2-40B4-BE49-F238E27FC236}">
                <a16:creationId xmlns:a16="http://schemas.microsoft.com/office/drawing/2014/main" id="{2EBBB2F3-6190-CC48-8872-359D4FD7E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11826875"/>
            <a:ext cx="5913438" cy="137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pic>
        <p:nvPicPr>
          <p:cNvPr id="4178" name="Picture 134">
            <a:extLst>
              <a:ext uri="{FF2B5EF4-FFF2-40B4-BE49-F238E27FC236}">
                <a16:creationId xmlns:a16="http://schemas.microsoft.com/office/drawing/2014/main" id="{FA14FAB2-5D40-5D44-849C-3FFDBCB2B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13601700"/>
            <a:ext cx="5913438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6223" name="Text Box 500">
            <a:extLst>
              <a:ext uri="{FF2B5EF4-FFF2-40B4-BE49-F238E27FC236}">
                <a16:creationId xmlns:a16="http://schemas.microsoft.com/office/drawing/2014/main" id="{AB356C3A-FBAD-EADD-AD0A-CF7E834D3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6350" y="15090775"/>
            <a:ext cx="7969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2571750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2571750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25717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25717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25717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25717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>
                <a:solidFill>
                  <a:srgbClr val="1BADCF"/>
                </a:solidFill>
                <a:latin typeface="Arial Narrow" panose="020B0604020202020204" pitchFamily="34" charset="0"/>
              </a:rPr>
              <a:t>Şekil 7</a:t>
            </a:r>
          </a:p>
        </p:txBody>
      </p:sp>
      <p:pic>
        <p:nvPicPr>
          <p:cNvPr id="4181" name="Picture 2">
            <a:extLst>
              <a:ext uri="{FF2B5EF4-FFF2-40B4-BE49-F238E27FC236}">
                <a16:creationId xmlns:a16="http://schemas.microsoft.com/office/drawing/2014/main" id="{00C5E270-C350-DF4D-8C9F-3CB16FED7213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927100" y="19569113"/>
            <a:ext cx="1555750" cy="2203450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B527A2-D06A-1548-8EDB-8E1D9465743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21000" y="19569113"/>
            <a:ext cx="1555750" cy="2203450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295A25-9457-EE48-94E4-A7E73781D25A}"/>
              </a:ext>
            </a:extLst>
          </p:cNvPr>
          <p:cNvSpPr/>
          <p:nvPr/>
        </p:nvSpPr>
        <p:spPr bwMode="auto">
          <a:xfrm>
            <a:off x="457200" y="29819600"/>
            <a:ext cx="2044700" cy="279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3600450" eaLnBrk="1" hangingPunct="1">
              <a:defRPr/>
            </a:pPr>
            <a:endParaRPr lang="en-US" sz="2400">
              <a:latin typeface="Arial Narrow" charset="0"/>
              <a:ea typeface="ＭＳ Ｐゴシック" charset="-128"/>
            </a:endParaRPr>
          </a:p>
        </p:txBody>
      </p:sp>
      <p:sp>
        <p:nvSpPr>
          <p:cNvPr id="6227" name="Dikdörtgen 2">
            <a:extLst>
              <a:ext uri="{FF2B5EF4-FFF2-40B4-BE49-F238E27FC236}">
                <a16:creationId xmlns:a16="http://schemas.microsoft.com/office/drawing/2014/main" id="{140BD97E-57DA-5918-76D1-F35FD824B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863"/>
            <a:ext cx="213868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tr-TR" altLang="tr-TR" sz="2400" b="1" dirty="0">
                <a:solidFill>
                  <a:schemeClr val="bg1"/>
                </a:solidFill>
                <a:latin typeface="Arial" panose="020B0604020202020204" pitchFamily="34" charset="0"/>
              </a:rPr>
              <a:t>DOKUZ EYLÜL ÜNİVERSİTESİ</a:t>
            </a:r>
          </a:p>
          <a:p>
            <a:pPr algn="ctr"/>
            <a:r>
              <a:rPr lang="tr-TR" altLang="tr-TR" sz="2400" b="1" dirty="0">
                <a:solidFill>
                  <a:schemeClr val="bg1"/>
                </a:solidFill>
                <a:latin typeface="Arial" panose="020B0604020202020204" pitchFamily="34" charset="0"/>
              </a:rPr>
              <a:t>İKTİSADİ VE İDARİ BİLİMLER FAKÜLTESİ</a:t>
            </a:r>
          </a:p>
          <a:p>
            <a:pPr algn="ctr"/>
            <a:r>
              <a:rPr lang="tr-TR" altLang="tr-TR" sz="2400" b="1" dirty="0">
                <a:solidFill>
                  <a:schemeClr val="bg1"/>
                </a:solidFill>
                <a:latin typeface="Arial" panose="020B0604020202020204" pitchFamily="34" charset="0"/>
              </a:rPr>
              <a:t>YÖNETİM BİLİŞİM SİSTEMLERİ BÖLÜMÜ</a:t>
            </a:r>
          </a:p>
          <a:p>
            <a:pPr algn="ctr"/>
            <a:r>
              <a:rPr lang="tr-TR" altLang="tr-TR" sz="2400" b="1" dirty="0">
                <a:solidFill>
                  <a:schemeClr val="bg1"/>
                </a:solidFill>
                <a:latin typeface="Arial" panose="020B0604020202020204" pitchFamily="34" charset="0"/>
              </a:rPr>
              <a:t>SON SINIF BİTİRME PROJELERİ SERGİSİ – 03 Haziran 2026</a:t>
            </a:r>
          </a:p>
        </p:txBody>
      </p:sp>
      <p:pic>
        <p:nvPicPr>
          <p:cNvPr id="6228" name="Resim 4">
            <a:extLst>
              <a:ext uri="{FF2B5EF4-FFF2-40B4-BE49-F238E27FC236}">
                <a16:creationId xmlns:a16="http://schemas.microsoft.com/office/drawing/2014/main" id="{42C271FF-A2C1-A695-319E-595BD4304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3" y="32068"/>
            <a:ext cx="2809875" cy="28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9" name="Resim 6">
            <a:extLst>
              <a:ext uri="{FF2B5EF4-FFF2-40B4-BE49-F238E27FC236}">
                <a16:creationId xmlns:a16="http://schemas.microsoft.com/office/drawing/2014/main" id="{4873EF28-8405-CFB0-9095-D08424288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7" t="28564" r="21080" b="22215"/>
          <a:stretch>
            <a:fillRect/>
          </a:stretch>
        </p:blipFill>
        <p:spPr bwMode="auto">
          <a:xfrm>
            <a:off x="18870613" y="77788"/>
            <a:ext cx="2435225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30" name="Resim 14">
            <a:extLst>
              <a:ext uri="{FF2B5EF4-FFF2-40B4-BE49-F238E27FC236}">
                <a16:creationId xmlns:a16="http://schemas.microsoft.com/office/drawing/2014/main" id="{83C6F73A-EA16-C5E2-92C1-8C1DFEDD3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91" y="27657757"/>
            <a:ext cx="2044701" cy="1858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1E380172-FDAA-E7A7-C400-1855DCE66384}"/>
              </a:ext>
            </a:extLst>
          </p:cNvPr>
          <p:cNvSpPr/>
          <p:nvPr/>
        </p:nvSpPr>
        <p:spPr>
          <a:xfrm>
            <a:off x="14279563" y="29231229"/>
            <a:ext cx="3760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altLang="en-US" sz="2400" b="1" dirty="0" err="1">
                <a:solidFill>
                  <a:schemeClr val="tx2"/>
                </a:solidFill>
              </a:rPr>
              <a:t>Mentor</a:t>
            </a:r>
            <a:r>
              <a:rPr lang="tr-TR" altLang="en-US" sz="2400" b="1" dirty="0">
                <a:solidFill>
                  <a:schemeClr val="tx2"/>
                </a:solidFill>
              </a:rPr>
              <a:t>: Prof.Dr. Vahap TECİM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8CCBAE7-8EA6-EC5D-FC7F-DC83188871F5}"/>
              </a:ext>
            </a:extLst>
          </p:cNvPr>
          <p:cNvSpPr txBox="1"/>
          <p:nvPr/>
        </p:nvSpPr>
        <p:spPr>
          <a:xfrm>
            <a:off x="788479" y="29680815"/>
            <a:ext cx="151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i="1" dirty="0" err="1">
                <a:solidFill>
                  <a:schemeClr val="tx2"/>
                </a:solidFill>
              </a:rPr>
              <a:t>ybs.deu.edu.tr</a:t>
            </a:r>
            <a:endParaRPr lang="tr-TR" sz="2000" i="1" dirty="0">
              <a:solidFill>
                <a:schemeClr val="tx2"/>
              </a:solidFill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F45169D-9F24-36C7-F4DB-C8CD95A746D3}"/>
              </a:ext>
            </a:extLst>
          </p:cNvPr>
          <p:cNvSpPr txBox="1"/>
          <p:nvPr/>
        </p:nvSpPr>
        <p:spPr>
          <a:xfrm>
            <a:off x="15654338" y="376922"/>
            <a:ext cx="3135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solidFill>
                  <a:schemeClr val="bg1"/>
                </a:solidFill>
              </a:rPr>
              <a:t>Proje No: 00 </a:t>
            </a:r>
          </a:p>
        </p:txBody>
      </p:sp>
      <p:sp>
        <p:nvSpPr>
          <p:cNvPr id="61" name="Satır Belirtme Çizgisi 1 60">
            <a:extLst>
              <a:ext uri="{FF2B5EF4-FFF2-40B4-BE49-F238E27FC236}">
                <a16:creationId xmlns:a16="http://schemas.microsoft.com/office/drawing/2014/main" id="{4CFBA733-2092-E08F-AF06-670FEAB192F8}"/>
              </a:ext>
            </a:extLst>
          </p:cNvPr>
          <p:cNvSpPr/>
          <p:nvPr/>
        </p:nvSpPr>
        <p:spPr>
          <a:xfrm>
            <a:off x="22574618" y="3303349"/>
            <a:ext cx="3294698" cy="1777069"/>
          </a:xfrm>
          <a:prstGeom prst="borderCallout1">
            <a:avLst>
              <a:gd name="adj1" fmla="val 32315"/>
              <a:gd name="adj2" fmla="val 253"/>
              <a:gd name="adj3" fmla="val -123794"/>
              <a:gd name="adj4" fmla="val -15880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tr-TR" sz="2000" dirty="0">
                <a:solidFill>
                  <a:schemeClr val="tx2"/>
                </a:solidFill>
              </a:rPr>
              <a:t>00 silinerek </a:t>
            </a:r>
            <a:r>
              <a:rPr lang="tr-TR" sz="2000">
                <a:solidFill>
                  <a:schemeClr val="tx2"/>
                </a:solidFill>
              </a:rPr>
              <a:t>Proje Numarası </a:t>
            </a:r>
            <a:r>
              <a:rPr lang="tr-TR" sz="2000" dirty="0">
                <a:solidFill>
                  <a:schemeClr val="tx2"/>
                </a:solidFill>
              </a:rPr>
              <a:t>yazılacaktır</a:t>
            </a:r>
            <a:br>
              <a:rPr lang="tr-TR" sz="2000" dirty="0">
                <a:solidFill>
                  <a:schemeClr val="tx2"/>
                </a:solidFill>
              </a:rPr>
            </a:br>
            <a:r>
              <a:rPr lang="tr-TR" sz="2000" dirty="0">
                <a:solidFill>
                  <a:schemeClr val="tx2"/>
                </a:solidFill>
              </a:rPr>
              <a:t>(Proje numarası tarafımdan size iletilecektir)</a:t>
            </a:r>
          </a:p>
        </p:txBody>
      </p:sp>
      <p:graphicFrame>
        <p:nvGraphicFramePr>
          <p:cNvPr id="6" name="Group 591">
            <a:extLst>
              <a:ext uri="{FF2B5EF4-FFF2-40B4-BE49-F238E27FC236}">
                <a16:creationId xmlns:a16="http://schemas.microsoft.com/office/drawing/2014/main" id="{4C9ABB68-9510-76D9-8D3A-56D31899F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462042"/>
              </p:ext>
            </p:extLst>
          </p:nvPr>
        </p:nvGraphicFramePr>
        <p:xfrm>
          <a:off x="14620855" y="27111325"/>
          <a:ext cx="3092450" cy="1804036"/>
        </p:xfrm>
        <a:graphic>
          <a:graphicData uri="http://schemas.openxmlformats.org/drawingml/2006/table">
            <a:tbl>
              <a:tblPr/>
              <a:tblGrid>
                <a:gridCol w="1077625">
                  <a:extLst>
                    <a:ext uri="{9D8B030D-6E8A-4147-A177-3AD203B41FA5}">
                      <a16:colId xmlns:a16="http://schemas.microsoft.com/office/drawing/2014/main" val="637144597"/>
                    </a:ext>
                  </a:extLst>
                </a:gridCol>
                <a:gridCol w="2014825">
                  <a:extLst>
                    <a:ext uri="{9D8B030D-6E8A-4147-A177-3AD203B41FA5}">
                      <a16:colId xmlns:a16="http://schemas.microsoft.com/office/drawing/2014/main" val="3364353563"/>
                    </a:ext>
                  </a:extLst>
                </a:gridCol>
              </a:tblGrid>
              <a:tr h="713715">
                <a:tc gridSpan="2">
                  <a:txBody>
                    <a:bodyPr/>
                    <a:lstStyle>
                      <a:lvl1pPr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534988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222778" marR="222778" marT="31547" marB="31546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810752"/>
                  </a:ext>
                </a:extLst>
              </a:tr>
              <a:tr h="1090321">
                <a:tc>
                  <a:txBody>
                    <a:bodyPr/>
                    <a:lstStyle>
                      <a:lvl1pPr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534988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anose="020B0604020202020204" pitchFamily="34" charset="0"/>
                        <a:ea typeface="ＭＳ Ｐゴシック" panose="020B0600070205080204" pitchFamily="34" charset="-128"/>
                      </a:endParaRPr>
                    </a:p>
                    <a:p>
                      <a:pPr marL="0" marR="0" lvl="0" indent="0" algn="l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222778" marR="222778" marT="31547" marB="31546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534988">
                        <a:spcBef>
                          <a:spcPct val="20000"/>
                        </a:spcBef>
                        <a:defRPr sz="150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534988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534988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5349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534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222778" marR="222778" marT="31547" marB="31546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735934"/>
                  </a:ext>
                </a:extLst>
              </a:tr>
            </a:tbl>
          </a:graphicData>
        </a:graphic>
      </p:graphicFrame>
      <p:pic>
        <p:nvPicPr>
          <p:cNvPr id="8" name="Resim 7">
            <a:extLst>
              <a:ext uri="{FF2B5EF4-FFF2-40B4-BE49-F238E27FC236}">
                <a16:creationId xmlns:a16="http://schemas.microsoft.com/office/drawing/2014/main" id="{A43B8529-90BF-34EA-032B-BB046FF4B21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668634" y="27241500"/>
            <a:ext cx="1905000" cy="1905000"/>
          </a:xfrm>
          <a:prstGeom prst="rect">
            <a:avLst/>
          </a:prstGeom>
        </p:spPr>
      </p:pic>
      <p:sp>
        <p:nvSpPr>
          <p:cNvPr id="9" name="Satır Belirtme Çizgisi 1 8">
            <a:extLst>
              <a:ext uri="{FF2B5EF4-FFF2-40B4-BE49-F238E27FC236}">
                <a16:creationId xmlns:a16="http://schemas.microsoft.com/office/drawing/2014/main" id="{129773B6-7F93-EE52-6F74-A37136D77A9E}"/>
              </a:ext>
            </a:extLst>
          </p:cNvPr>
          <p:cNvSpPr/>
          <p:nvPr/>
        </p:nvSpPr>
        <p:spPr>
          <a:xfrm>
            <a:off x="21515444" y="29178250"/>
            <a:ext cx="3294698" cy="1777069"/>
          </a:xfrm>
          <a:prstGeom prst="borderCallout1">
            <a:avLst>
              <a:gd name="adj1" fmla="val 32315"/>
              <a:gd name="adj2" fmla="val 253"/>
              <a:gd name="adj3" fmla="val -14658"/>
              <a:gd name="adj4" fmla="val -15873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tr-TR" sz="2000" dirty="0" err="1">
                <a:solidFill>
                  <a:schemeClr val="tx2"/>
                </a:solidFill>
              </a:rPr>
              <a:t>Linkedin</a:t>
            </a:r>
            <a:r>
              <a:rPr lang="tr-TR" sz="2000" dirty="0">
                <a:solidFill>
                  <a:schemeClr val="tx2"/>
                </a:solidFill>
              </a:rPr>
              <a:t> profil sayfanıza gitmeli</a:t>
            </a:r>
          </a:p>
        </p:txBody>
      </p:sp>
      <p:pic>
        <p:nvPicPr>
          <p:cNvPr id="12" name="Resim 11" descr="kişi, şahıs, takım elbise, giyim, adam, insan içeren bir resim&#10;&#10;Açıklama otomatik olarak oluşturuldu">
            <a:extLst>
              <a:ext uri="{FF2B5EF4-FFF2-40B4-BE49-F238E27FC236}">
                <a16:creationId xmlns:a16="http://schemas.microsoft.com/office/drawing/2014/main" id="{87F07677-CFEC-A818-4EEB-469258A55DE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828044" y="26046192"/>
            <a:ext cx="2989992" cy="2928912"/>
          </a:xfrm>
          <a:prstGeom prst="rect">
            <a:avLst/>
          </a:prstGeom>
        </p:spPr>
      </p:pic>
      <p:sp>
        <p:nvSpPr>
          <p:cNvPr id="13" name="Satır Belirtme Çizgisi 1 12">
            <a:extLst>
              <a:ext uri="{FF2B5EF4-FFF2-40B4-BE49-F238E27FC236}">
                <a16:creationId xmlns:a16="http://schemas.microsoft.com/office/drawing/2014/main" id="{C0B46A7E-1A7B-5213-BAA8-0C19E3FBFF8E}"/>
              </a:ext>
            </a:extLst>
          </p:cNvPr>
          <p:cNvSpPr/>
          <p:nvPr/>
        </p:nvSpPr>
        <p:spPr>
          <a:xfrm>
            <a:off x="22173690" y="26872690"/>
            <a:ext cx="3294698" cy="1777069"/>
          </a:xfrm>
          <a:prstGeom prst="borderCallout1">
            <a:avLst>
              <a:gd name="adj1" fmla="val 32315"/>
              <a:gd name="adj2" fmla="val 253"/>
              <a:gd name="adj3" fmla="val 14425"/>
              <a:gd name="adj4" fmla="val -477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tr-TR" sz="2000" dirty="0">
                <a:solidFill>
                  <a:schemeClr val="tx2"/>
                </a:solidFill>
              </a:rPr>
              <a:t>Sisteme yüklenecek sizin profil resminiz</a:t>
            </a:r>
          </a:p>
        </p:txBody>
      </p:sp>
      <p:sp>
        <p:nvSpPr>
          <p:cNvPr id="7" name="Satır Belirtme Çizgisi 1 6">
            <a:extLst>
              <a:ext uri="{FF2B5EF4-FFF2-40B4-BE49-F238E27FC236}">
                <a16:creationId xmlns:a16="http://schemas.microsoft.com/office/drawing/2014/main" id="{D6F20B09-E4E3-BF4E-37D4-386320A63BCC}"/>
              </a:ext>
            </a:extLst>
          </p:cNvPr>
          <p:cNvSpPr/>
          <p:nvPr/>
        </p:nvSpPr>
        <p:spPr>
          <a:xfrm>
            <a:off x="21748055" y="24550891"/>
            <a:ext cx="3294698" cy="1777069"/>
          </a:xfrm>
          <a:prstGeom prst="borderCallout1">
            <a:avLst>
              <a:gd name="adj1" fmla="val 32315"/>
              <a:gd name="adj2" fmla="val 253"/>
              <a:gd name="adj3" fmla="val 113529"/>
              <a:gd name="adj4" fmla="val -18258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tr-TR" sz="2000" dirty="0">
                <a:solidFill>
                  <a:schemeClr val="tx2"/>
                </a:solidFill>
              </a:rPr>
              <a:t>İletişim bilgileri mutlaka doldurulacak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37224B57-D9EB-1598-1BD2-00ACEDE42E4F}"/>
              </a:ext>
            </a:extLst>
          </p:cNvPr>
          <p:cNvGrpSpPr>
            <a:grpSpLocks/>
          </p:cNvGrpSpPr>
          <p:nvPr/>
        </p:nvGrpSpPr>
        <p:grpSpPr bwMode="auto">
          <a:xfrm>
            <a:off x="788479" y="18144790"/>
            <a:ext cx="5911850" cy="1376695"/>
            <a:chOff x="10899088" y="25968758"/>
            <a:chExt cx="8370676" cy="1945339"/>
          </a:xfrm>
        </p:grpSpPr>
        <p:sp>
          <p:nvSpPr>
            <p:cNvPr id="14" name="Text Box 513">
              <a:extLst>
                <a:ext uri="{FF2B5EF4-FFF2-40B4-BE49-F238E27FC236}">
                  <a16:creationId xmlns:a16="http://schemas.microsoft.com/office/drawing/2014/main" id="{04585DFA-DABD-9979-BC82-A22B137B2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9088" y="27546012"/>
              <a:ext cx="1537650" cy="368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99" tIns="37500" rIns="74999" bIns="37500">
              <a:spAutoFit/>
            </a:bodyPr>
            <a:lstStyle>
              <a:lvl1pPr defTabSz="3600450">
                <a:spcBef>
                  <a:spcPct val="20000"/>
                </a:spcBef>
                <a:buChar char="•"/>
                <a:defRPr sz="1700">
                  <a:solidFill>
                    <a:schemeClr val="tx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3600450">
                <a:spcBef>
                  <a:spcPct val="20000"/>
                </a:spcBef>
                <a:buChar char="–"/>
                <a:defRPr sz="1700">
                  <a:solidFill>
                    <a:schemeClr val="tx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360045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3600450">
                <a:spcBef>
                  <a:spcPct val="20000"/>
                </a:spcBef>
                <a:buChar char="–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3600450">
                <a:spcBef>
                  <a:spcPct val="20000"/>
                </a:spcBef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36004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36004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36004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36004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>
                  <a:solidFill>
                    <a:srgbClr val="1BADCF"/>
                  </a:solidFill>
                  <a:latin typeface="Arial Narrow" panose="020B0604020202020204" pitchFamily="34" charset="0"/>
                </a:rPr>
                <a:t>(Şekil 8)</a:t>
              </a:r>
            </a:p>
          </p:txBody>
        </p:sp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2C112413-BFF5-F454-3FCE-CA82F56B3F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640"/>
            <a:stretch>
              <a:fillRect/>
            </a:stretch>
          </p:blipFill>
          <p:spPr bwMode="auto">
            <a:xfrm>
              <a:off x="10899088" y="25968758"/>
              <a:ext cx="8370676" cy="1440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Satır Belirtme Çizgisi 1 15">
            <a:extLst>
              <a:ext uri="{FF2B5EF4-FFF2-40B4-BE49-F238E27FC236}">
                <a16:creationId xmlns:a16="http://schemas.microsoft.com/office/drawing/2014/main" id="{27AC2056-1C99-7ABB-F3D1-313A6C1E2F9F}"/>
              </a:ext>
            </a:extLst>
          </p:cNvPr>
          <p:cNvSpPr/>
          <p:nvPr/>
        </p:nvSpPr>
        <p:spPr>
          <a:xfrm>
            <a:off x="22173690" y="22024646"/>
            <a:ext cx="3294698" cy="1777069"/>
          </a:xfrm>
          <a:prstGeom prst="borderCallout1">
            <a:avLst>
              <a:gd name="adj1" fmla="val 32315"/>
              <a:gd name="adj2" fmla="val 253"/>
              <a:gd name="adj3" fmla="val 198735"/>
              <a:gd name="adj4" fmla="val -15035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tr-TR" sz="2000" dirty="0">
                <a:solidFill>
                  <a:schemeClr val="tx2"/>
                </a:solidFill>
              </a:rPr>
              <a:t>Proje üyelerinin sayısına bağlı olarak iletişim bilgileri yukarıya doğru uzayabilir ve/veya alan ikiye bölünebilir. </a:t>
            </a:r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98352DF1-5B4E-16F9-9391-C517E755DE6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00326" y="27681933"/>
            <a:ext cx="1901789" cy="1886695"/>
          </a:xfrm>
          <a:prstGeom prst="rect">
            <a:avLst/>
          </a:prstGeom>
        </p:spPr>
      </p:pic>
      <p:sp>
        <p:nvSpPr>
          <p:cNvPr id="23" name="Metin kutusu 22">
            <a:extLst>
              <a:ext uri="{FF2B5EF4-FFF2-40B4-BE49-F238E27FC236}">
                <a16:creationId xmlns:a16="http://schemas.microsoft.com/office/drawing/2014/main" id="{2B49E707-B8AD-3408-FE4A-9186ADF11D18}"/>
              </a:ext>
            </a:extLst>
          </p:cNvPr>
          <p:cNvSpPr txBox="1"/>
          <p:nvPr/>
        </p:nvSpPr>
        <p:spPr>
          <a:xfrm>
            <a:off x="4770153" y="29680815"/>
            <a:ext cx="1378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i="1" dirty="0">
                <a:solidFill>
                  <a:schemeClr val="tx2"/>
                </a:solidFill>
              </a:rPr>
              <a:t>Proje Sergisi</a:t>
            </a:r>
          </a:p>
        </p:txBody>
      </p:sp>
      <p:sp>
        <p:nvSpPr>
          <p:cNvPr id="24" name="Satır Belirtme Çizgisi 1 23">
            <a:extLst>
              <a:ext uri="{FF2B5EF4-FFF2-40B4-BE49-F238E27FC236}">
                <a16:creationId xmlns:a16="http://schemas.microsoft.com/office/drawing/2014/main" id="{92F818CA-E476-50D4-18C2-B07F000D7EC6}"/>
              </a:ext>
            </a:extLst>
          </p:cNvPr>
          <p:cNvSpPr/>
          <p:nvPr/>
        </p:nvSpPr>
        <p:spPr>
          <a:xfrm>
            <a:off x="22173689" y="5589725"/>
            <a:ext cx="5739574" cy="2561668"/>
          </a:xfrm>
          <a:prstGeom prst="borderCallout1">
            <a:avLst>
              <a:gd name="adj1" fmla="val 32315"/>
              <a:gd name="adj2" fmla="val 253"/>
              <a:gd name="adj3" fmla="val -123794"/>
              <a:gd name="adj4" fmla="val -3370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tr-TR" sz="2000" dirty="0">
                <a:solidFill>
                  <a:schemeClr val="tx2"/>
                </a:solidFill>
              </a:rPr>
              <a:t>Birden çok yazar var ise, iki yazar var ise ve ile daha fazla yazarlar olması durumunda son yazardan önce ve diğerlerinde yazarlar virgül ile ayrılacak:</a:t>
            </a:r>
          </a:p>
          <a:p>
            <a:pPr algn="ctr">
              <a:defRPr/>
            </a:pPr>
            <a:endParaRPr lang="tr-TR" sz="2000" dirty="0">
              <a:solidFill>
                <a:schemeClr val="tx2"/>
              </a:solidFill>
            </a:endParaRPr>
          </a:p>
          <a:p>
            <a:pPr algn="ctr">
              <a:defRPr/>
            </a:pPr>
            <a:r>
              <a:rPr lang="tr-TR" sz="2000" dirty="0">
                <a:solidFill>
                  <a:schemeClr val="tx2"/>
                </a:solidFill>
              </a:rPr>
              <a:t>Ahmet TUNA, Nuray Kaya ve Melih SERT </a:t>
            </a:r>
          </a:p>
          <a:p>
            <a:pPr algn="ctr">
              <a:defRPr/>
            </a:pPr>
            <a:r>
              <a:rPr lang="tr-TR" sz="2000" dirty="0">
                <a:solidFill>
                  <a:schemeClr val="tx2"/>
                </a:solidFill>
              </a:rPr>
              <a:t>gibi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ResearchPosters 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D5667"/>
      </a:accent2>
      <a:accent3>
        <a:srgbClr val="14819B"/>
      </a:accent3>
      <a:accent4>
        <a:srgbClr val="000000"/>
      </a:accent4>
      <a:accent5>
        <a:srgbClr val="CEF0F8"/>
      </a:accent5>
      <a:accent6>
        <a:srgbClr val="BF9000"/>
      </a:accent6>
      <a:hlink>
        <a:srgbClr val="6CD3EB"/>
      </a:hlink>
      <a:folHlink>
        <a:srgbClr val="FFC000"/>
      </a:folHlink>
    </a:clrScheme>
    <a:fontScheme name="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1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2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11105</TotalTime>
  <Words>681</Words>
  <Application>Microsoft Macintosh PowerPoint</Application>
  <PresentationFormat>Özel</PresentationFormat>
  <Paragraphs>101</Paragraphs>
  <Slides>1</Slides>
  <Notes>1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3</vt:i4>
      </vt:variant>
      <vt:variant>
        <vt:lpstr>Eklenmiş OLE Hizmet Programları</vt:lpstr>
      </vt:variant>
      <vt:variant>
        <vt:i4>2</vt:i4>
      </vt:variant>
      <vt:variant>
        <vt:lpstr>Slayt Başlıkları</vt:lpstr>
      </vt:variant>
      <vt:variant>
        <vt:i4>1</vt:i4>
      </vt:variant>
    </vt:vector>
  </HeadingPairs>
  <TitlesOfParts>
    <vt:vector size="10" baseType="lpstr">
      <vt:lpstr>Arial</vt:lpstr>
      <vt:lpstr>Arial Black</vt:lpstr>
      <vt:lpstr>Arial Narrow</vt:lpstr>
      <vt:lpstr>Calibri</vt:lpstr>
      <vt:lpstr>Custom Design</vt:lpstr>
      <vt:lpstr>1_Custom Design</vt:lpstr>
      <vt:lpstr>2_Custom Design</vt:lpstr>
      <vt:lpstr>Image</vt:lpstr>
      <vt:lpstr>Excel.Chart.8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>Vahap Tecim</dc:creator>
  <cp:keywords>poster presentation, poster design, poster template</cp:keywords>
  <dc:description/>
  <cp:lastModifiedBy>Vahap Tecim</cp:lastModifiedBy>
  <cp:revision>257</cp:revision>
  <cp:lastPrinted>2016-05-07T12:04:58Z</cp:lastPrinted>
  <dcterms:created xsi:type="dcterms:W3CDTF">2009-11-10T07:29:27Z</dcterms:created>
  <dcterms:modified xsi:type="dcterms:W3CDTF">2026-05-17T12:40:12Z</dcterms:modified>
  <cp:category>Powerpoint poster templates</cp:category>
</cp:coreProperties>
</file>